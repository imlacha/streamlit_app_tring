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25"/>
  </p:notesMasterIdLst>
  <p:sldIdLst>
    <p:sldId id="256" r:id="rId2"/>
    <p:sldId id="258" r:id="rId3"/>
    <p:sldId id="260" r:id="rId4"/>
    <p:sldId id="312" r:id="rId5"/>
    <p:sldId id="261" r:id="rId6"/>
    <p:sldId id="313" r:id="rId7"/>
    <p:sldId id="314" r:id="rId8"/>
    <p:sldId id="315" r:id="rId9"/>
    <p:sldId id="317" r:id="rId10"/>
    <p:sldId id="262" r:id="rId11"/>
    <p:sldId id="320" r:id="rId12"/>
    <p:sldId id="318" r:id="rId13"/>
    <p:sldId id="319" r:id="rId14"/>
    <p:sldId id="321" r:id="rId15"/>
    <p:sldId id="322" r:id="rId16"/>
    <p:sldId id="323" r:id="rId17"/>
    <p:sldId id="325" r:id="rId18"/>
    <p:sldId id="326" r:id="rId19"/>
    <p:sldId id="327" r:id="rId20"/>
    <p:sldId id="324" r:id="rId21"/>
    <p:sldId id="330" r:id="rId22"/>
    <p:sldId id="328" r:id="rId23"/>
    <p:sldId id="329" r:id="rId24"/>
  </p:sldIdLst>
  <p:sldSz cx="9144000" cy="5143500" type="screen16x9"/>
  <p:notesSz cx="6858000" cy="9144000"/>
  <p:embeddedFontLst>
    <p:embeddedFont>
      <p:font typeface="Anaheim" panose="02020500000000000000" charset="0"/>
      <p:regular r:id="rId26"/>
      <p:bold r:id="rId27"/>
    </p:embeddedFont>
    <p:embeddedFont>
      <p:font typeface="Barlow" panose="00000500000000000000" pitchFamily="2" charset="0"/>
      <p:regular r:id="rId28"/>
      <p:bold r:id="rId29"/>
      <p:italic r:id="rId30"/>
      <p:boldItalic r:id="rId31"/>
    </p:embeddedFont>
    <p:embeddedFont>
      <p:font typeface="Nunito Light" pitchFamily="2" charset="0"/>
      <p:regular r:id="rId32"/>
      <p:italic r:id="rId33"/>
    </p:embeddedFont>
    <p:embeddedFont>
      <p:font typeface="Poppins" panose="00000500000000000000" pitchFamily="2" charset="0"/>
      <p:regular r:id="rId34"/>
      <p:bold r:id="rId35"/>
      <p:italic r:id="rId36"/>
      <p:boldItalic r:id="rId37"/>
    </p:embeddedFont>
    <p:embeddedFont>
      <p:font typeface="Poppins Black" panose="00000A00000000000000" pitchFamily="2" charset="0"/>
      <p:bold r:id="rId38"/>
      <p:italic r:id="rId39"/>
      <p:boldItalic r:id="rId40"/>
    </p:embeddedFont>
    <p:embeddedFont>
      <p:font typeface="Poppins ExtraBold" panose="00000900000000000000" pitchFamily="2" charset="0"/>
      <p:bold r:id="rId41"/>
      <p:italic r:id="rId42"/>
      <p:boldItalic r:id="rId43"/>
    </p:embeddedFont>
    <p:embeddedFont>
      <p:font typeface="Raleway" pitchFamily="2" charset="0"/>
      <p:regular r:id="rId44"/>
      <p:bold r:id="rId45"/>
      <p:italic r:id="rId46"/>
      <p:boldItalic r:id="rId47"/>
    </p:embeddedFont>
    <p:embeddedFont>
      <p:font typeface="微軟正黑體" panose="020B0604030504040204" pitchFamily="34" charset="-120"/>
      <p:regular r:id="rId48"/>
      <p:bold r:id="rId49"/>
    </p:embeddedFont>
    <p:embeddedFont>
      <p:font typeface="微軟正黑體" panose="020B0604030504040204" pitchFamily="34" charset="-120"/>
      <p:regular r:id="rId48"/>
      <p:bold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A3A56A2-D904-4C51-BC85-F91E33FE157C}">
  <a:tblStyle styleId="{8A3A56A2-D904-4C51-BC85-F91E33FE157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4B948B4-6A5E-49A1-A7F5-0831B568A75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22"/>
    <p:restoredTop sz="79879" autoAdjust="0"/>
  </p:normalViewPr>
  <p:slideViewPr>
    <p:cSldViewPr snapToGrid="0">
      <p:cViewPr varScale="1">
        <p:scale>
          <a:sx n="113" d="100"/>
          <a:sy n="113" d="100"/>
        </p:scale>
        <p:origin x="1596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font" Target="fonts/font17.fntdata"/><Relationship Id="rId47" Type="http://schemas.openxmlformats.org/officeDocument/2006/relationships/font" Target="fonts/font22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4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45" Type="http://schemas.openxmlformats.org/officeDocument/2006/relationships/font" Target="fonts/font20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4" Type="http://schemas.openxmlformats.org/officeDocument/2006/relationships/font" Target="fonts/font19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font" Target="fonts/font18.fntdata"/><Relationship Id="rId48" Type="http://schemas.openxmlformats.org/officeDocument/2006/relationships/font" Target="fonts/font23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46" Type="http://schemas.openxmlformats.org/officeDocument/2006/relationships/font" Target="fonts/font21.fntdata"/><Relationship Id="rId20" Type="http://schemas.openxmlformats.org/officeDocument/2006/relationships/slide" Target="slides/slide19.xml"/><Relationship Id="rId41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49" Type="http://schemas.openxmlformats.org/officeDocument/2006/relationships/font" Target="fonts/font24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4D418D-1618-7544-85F2-C0DEA8970A4F}" type="doc">
      <dgm:prSet loTypeId="urn:microsoft.com/office/officeart/2008/layout/VerticalCurvedList" loCatId="" qsTypeId="urn:microsoft.com/office/officeart/2005/8/quickstyle/simple3" qsCatId="simple" csTypeId="urn:microsoft.com/office/officeart/2005/8/colors/accent1_1" csCatId="accent1" phldr="1"/>
      <dgm:spPr/>
      <dgm:t>
        <a:bodyPr/>
        <a:lstStyle/>
        <a:p>
          <a:endParaRPr lang="zh-TW" altLang="en-US"/>
        </a:p>
      </dgm:t>
    </dgm:pt>
    <dgm:pt modelId="{41C1769C-E3A6-B34D-8B8D-A6EB6B58BD02}">
      <dgm:prSet phldrT="[文字]"/>
      <dgm:spPr/>
      <dgm:t>
        <a:bodyPr/>
        <a:lstStyle/>
        <a:p>
          <a:pPr>
            <a:buClrTx/>
            <a:buSzTx/>
            <a:buFontTx/>
            <a:buChar char="•"/>
          </a:pPr>
          <a:r>
            <a:rPr kumimoji="0" lang="zh-TW" altLang="zh-TW" b="0" i="0" u="none" strike="noStrike" cap="none" normalizeH="0" baseline="0" dirty="0">
              <a:ln/>
              <a:effectLst/>
              <a:latin typeface="Microsoft JhengHei" panose="020B0604030504040204" pitchFamily="34" charset="-120"/>
              <a:ea typeface="Microsoft JhengHei" panose="020B0604030504040204" pitchFamily="34" charset="-120"/>
            </a:rPr>
            <a:t>流失發生後才被察覺，無法事前預警</a:t>
          </a:r>
          <a:endParaRPr lang="zh-TW" altLang="en-US" dirty="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3A2B3815-B01B-D545-B526-DC59C19447F5}" type="parTrans" cxnId="{27C6206E-ABF5-254C-9474-36456CE3ED72}">
      <dgm:prSet/>
      <dgm:spPr/>
      <dgm:t>
        <a:bodyPr/>
        <a:lstStyle/>
        <a:p>
          <a:endParaRPr lang="zh-TW" altLang="en-US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225A78B5-C8E8-9E4F-BFAE-C5772153E4C1}" type="sibTrans" cxnId="{27C6206E-ABF5-254C-9474-36456CE3ED72}">
      <dgm:prSet/>
      <dgm:spPr/>
      <dgm:t>
        <a:bodyPr/>
        <a:lstStyle/>
        <a:p>
          <a:endParaRPr lang="zh-TW" altLang="en-US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2F0EC6C1-86AD-C14D-AFAF-85DD63DBF9AF}">
      <dgm:prSet phldrT="[文字]"/>
      <dgm:spPr/>
      <dgm:t>
        <a:bodyPr/>
        <a:lstStyle/>
        <a:p>
          <a:pPr>
            <a:buClrTx/>
            <a:buSzTx/>
            <a:buFontTx/>
            <a:buChar char="•"/>
          </a:pPr>
          <a:r>
            <a:rPr kumimoji="0" lang="zh-TW" altLang="zh-TW" b="0" i="0" u="none" strike="noStrike" cap="none" normalizeH="0" baseline="0">
              <a:ln/>
              <a:effectLst/>
              <a:latin typeface="Microsoft JhengHei" panose="020B0604030504040204" pitchFamily="34" charset="-120"/>
              <a:ea typeface="Microsoft JhengHei" panose="020B0604030504040204" pitchFamily="34" charset="-120"/>
            </a:rPr>
            <a:t>留存資源未能聚焦高價值顧客</a:t>
          </a:r>
          <a:endParaRPr lang="zh-TW" altLang="en-US" dirty="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21555B36-736F-5F43-9D1E-EF8BBFE67775}" type="parTrans" cxnId="{090E6712-081D-FF45-BBA4-C2D8B878AA25}">
      <dgm:prSet/>
      <dgm:spPr/>
      <dgm:t>
        <a:bodyPr/>
        <a:lstStyle/>
        <a:p>
          <a:endParaRPr lang="zh-TW" altLang="en-US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948B10CD-5CED-CA4B-94A6-E508084E76BD}" type="sibTrans" cxnId="{090E6712-081D-FF45-BBA4-C2D8B878AA25}">
      <dgm:prSet/>
      <dgm:spPr/>
      <dgm:t>
        <a:bodyPr/>
        <a:lstStyle/>
        <a:p>
          <a:endParaRPr lang="zh-TW" altLang="en-US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B7E98E27-0253-C042-9799-4D42D6C1EDAC}">
      <dgm:prSet phldrT="[文字]"/>
      <dgm:spPr/>
      <dgm:t>
        <a:bodyPr/>
        <a:lstStyle/>
        <a:p>
          <a:pPr>
            <a:buClrTx/>
            <a:buSzTx/>
            <a:buFontTx/>
            <a:buChar char="•"/>
          </a:pPr>
          <a:r>
            <a:rPr kumimoji="0" lang="zh-TW" altLang="zh-TW" b="0" i="0" u="none" strike="noStrike" cap="none" normalizeH="0" baseline="0">
              <a:ln/>
              <a:effectLst/>
              <a:latin typeface="Microsoft JhengHei" panose="020B0604030504040204" pitchFamily="34" charset="-120"/>
              <a:ea typeface="Microsoft JhengHei" panose="020B0604030504040204" pitchFamily="34" charset="-120"/>
            </a:rPr>
            <a:t>缺乏可量化的流失風險判斷依據</a:t>
          </a:r>
          <a:endParaRPr lang="zh-TW" altLang="en-US" dirty="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C4A3B31E-2E86-BB44-AB9B-94B4A3640AD2}" type="parTrans" cxnId="{AD1818C7-985F-9A48-9FEF-43D8EF575551}">
      <dgm:prSet/>
      <dgm:spPr/>
      <dgm:t>
        <a:bodyPr/>
        <a:lstStyle/>
        <a:p>
          <a:endParaRPr lang="zh-TW" altLang="en-US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51ABFC43-57E3-CA41-B3EC-FEEC34588F11}" type="sibTrans" cxnId="{AD1818C7-985F-9A48-9FEF-43D8EF575551}">
      <dgm:prSet/>
      <dgm:spPr/>
      <dgm:t>
        <a:bodyPr/>
        <a:lstStyle/>
        <a:p>
          <a:endParaRPr lang="zh-TW" altLang="en-US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56396B6C-C24F-5C4A-9D98-69DA79B9F58B}" type="pres">
      <dgm:prSet presAssocID="{A94D418D-1618-7544-85F2-C0DEA8970A4F}" presName="Name0" presStyleCnt="0">
        <dgm:presLayoutVars>
          <dgm:chMax val="7"/>
          <dgm:chPref val="7"/>
          <dgm:dir/>
        </dgm:presLayoutVars>
      </dgm:prSet>
      <dgm:spPr/>
    </dgm:pt>
    <dgm:pt modelId="{885A9652-77F6-4843-8D95-AD1035AE1087}" type="pres">
      <dgm:prSet presAssocID="{A94D418D-1618-7544-85F2-C0DEA8970A4F}" presName="Name1" presStyleCnt="0"/>
      <dgm:spPr/>
    </dgm:pt>
    <dgm:pt modelId="{48CCDEA8-9992-0645-A8D3-1A0E830A5CC7}" type="pres">
      <dgm:prSet presAssocID="{A94D418D-1618-7544-85F2-C0DEA8970A4F}" presName="cycle" presStyleCnt="0"/>
      <dgm:spPr/>
    </dgm:pt>
    <dgm:pt modelId="{0F51F184-321E-674F-8B7E-8FD854FF870E}" type="pres">
      <dgm:prSet presAssocID="{A94D418D-1618-7544-85F2-C0DEA8970A4F}" presName="srcNode" presStyleLbl="node1" presStyleIdx="0" presStyleCnt="3"/>
      <dgm:spPr/>
    </dgm:pt>
    <dgm:pt modelId="{8EC5D085-78BF-E046-B5C7-21AACCF88766}" type="pres">
      <dgm:prSet presAssocID="{A94D418D-1618-7544-85F2-C0DEA8970A4F}" presName="conn" presStyleLbl="parChTrans1D2" presStyleIdx="0" presStyleCnt="1"/>
      <dgm:spPr/>
    </dgm:pt>
    <dgm:pt modelId="{20FE9F87-016D-0247-8E02-7AD01BA71DF6}" type="pres">
      <dgm:prSet presAssocID="{A94D418D-1618-7544-85F2-C0DEA8970A4F}" presName="extraNode" presStyleLbl="node1" presStyleIdx="0" presStyleCnt="3"/>
      <dgm:spPr/>
    </dgm:pt>
    <dgm:pt modelId="{609E1203-407C-D946-90ED-767277752AB0}" type="pres">
      <dgm:prSet presAssocID="{A94D418D-1618-7544-85F2-C0DEA8970A4F}" presName="dstNode" presStyleLbl="node1" presStyleIdx="0" presStyleCnt="3"/>
      <dgm:spPr/>
    </dgm:pt>
    <dgm:pt modelId="{6DC9EDC8-A4A2-924C-85D0-ADA21B3CD786}" type="pres">
      <dgm:prSet presAssocID="{41C1769C-E3A6-B34D-8B8D-A6EB6B58BD02}" presName="text_1" presStyleLbl="node1" presStyleIdx="0" presStyleCnt="3">
        <dgm:presLayoutVars>
          <dgm:bulletEnabled val="1"/>
        </dgm:presLayoutVars>
      </dgm:prSet>
      <dgm:spPr/>
    </dgm:pt>
    <dgm:pt modelId="{DFCFFBBA-8EB3-EF48-B959-4B075CCE19B9}" type="pres">
      <dgm:prSet presAssocID="{41C1769C-E3A6-B34D-8B8D-A6EB6B58BD02}" presName="accent_1" presStyleCnt="0"/>
      <dgm:spPr/>
    </dgm:pt>
    <dgm:pt modelId="{EBB404C8-C354-244E-8F32-31047ED66071}" type="pres">
      <dgm:prSet presAssocID="{41C1769C-E3A6-B34D-8B8D-A6EB6B58BD02}" presName="accentRepeatNode" presStyleLbl="solidFgAcc1" presStyleIdx="0" presStyleCnt="3"/>
      <dgm:spPr/>
    </dgm:pt>
    <dgm:pt modelId="{DFF6E4BF-42E1-124F-AA20-B7C452B4370C}" type="pres">
      <dgm:prSet presAssocID="{2F0EC6C1-86AD-C14D-AFAF-85DD63DBF9AF}" presName="text_2" presStyleLbl="node1" presStyleIdx="1" presStyleCnt="3">
        <dgm:presLayoutVars>
          <dgm:bulletEnabled val="1"/>
        </dgm:presLayoutVars>
      </dgm:prSet>
      <dgm:spPr/>
    </dgm:pt>
    <dgm:pt modelId="{2B311B30-7C02-9245-86AB-08292864CAA0}" type="pres">
      <dgm:prSet presAssocID="{2F0EC6C1-86AD-C14D-AFAF-85DD63DBF9AF}" presName="accent_2" presStyleCnt="0"/>
      <dgm:spPr/>
    </dgm:pt>
    <dgm:pt modelId="{5687818F-3E16-8E40-82A1-7A95947831D5}" type="pres">
      <dgm:prSet presAssocID="{2F0EC6C1-86AD-C14D-AFAF-85DD63DBF9AF}" presName="accentRepeatNode" presStyleLbl="solidFgAcc1" presStyleIdx="1" presStyleCnt="3"/>
      <dgm:spPr/>
    </dgm:pt>
    <dgm:pt modelId="{592FD652-9DA3-4046-9799-07455AF94CDF}" type="pres">
      <dgm:prSet presAssocID="{B7E98E27-0253-C042-9799-4D42D6C1EDAC}" presName="text_3" presStyleLbl="node1" presStyleIdx="2" presStyleCnt="3">
        <dgm:presLayoutVars>
          <dgm:bulletEnabled val="1"/>
        </dgm:presLayoutVars>
      </dgm:prSet>
      <dgm:spPr/>
    </dgm:pt>
    <dgm:pt modelId="{A4EFAA7F-E2ED-AC4E-8A32-E9CF562ED3FD}" type="pres">
      <dgm:prSet presAssocID="{B7E98E27-0253-C042-9799-4D42D6C1EDAC}" presName="accent_3" presStyleCnt="0"/>
      <dgm:spPr/>
    </dgm:pt>
    <dgm:pt modelId="{604F7FBE-A445-7C48-B7AD-0A61A1C6719A}" type="pres">
      <dgm:prSet presAssocID="{B7E98E27-0253-C042-9799-4D42D6C1EDAC}" presName="accentRepeatNode" presStyleLbl="solidFgAcc1" presStyleIdx="2" presStyleCnt="3"/>
      <dgm:spPr/>
    </dgm:pt>
  </dgm:ptLst>
  <dgm:cxnLst>
    <dgm:cxn modelId="{090E6712-081D-FF45-BBA4-C2D8B878AA25}" srcId="{A94D418D-1618-7544-85F2-C0DEA8970A4F}" destId="{2F0EC6C1-86AD-C14D-AFAF-85DD63DBF9AF}" srcOrd="1" destOrd="0" parTransId="{21555B36-736F-5F43-9D1E-EF8BBFE67775}" sibTransId="{948B10CD-5CED-CA4B-94A6-E508084E76BD}"/>
    <dgm:cxn modelId="{A4521822-696B-C841-BCBE-C82E86600D3F}" type="presOf" srcId="{2F0EC6C1-86AD-C14D-AFAF-85DD63DBF9AF}" destId="{DFF6E4BF-42E1-124F-AA20-B7C452B4370C}" srcOrd="0" destOrd="0" presId="urn:microsoft.com/office/officeart/2008/layout/VerticalCurvedList"/>
    <dgm:cxn modelId="{17C2CA64-F230-C848-8184-B866B85B6A8B}" type="presOf" srcId="{225A78B5-C8E8-9E4F-BFAE-C5772153E4C1}" destId="{8EC5D085-78BF-E046-B5C7-21AACCF88766}" srcOrd="0" destOrd="0" presId="urn:microsoft.com/office/officeart/2008/layout/VerticalCurvedList"/>
    <dgm:cxn modelId="{27C6206E-ABF5-254C-9474-36456CE3ED72}" srcId="{A94D418D-1618-7544-85F2-C0DEA8970A4F}" destId="{41C1769C-E3A6-B34D-8B8D-A6EB6B58BD02}" srcOrd="0" destOrd="0" parTransId="{3A2B3815-B01B-D545-B526-DC59C19447F5}" sibTransId="{225A78B5-C8E8-9E4F-BFAE-C5772153E4C1}"/>
    <dgm:cxn modelId="{0AAD3A7F-6CC6-2E4D-B25C-96358622FFAC}" type="presOf" srcId="{B7E98E27-0253-C042-9799-4D42D6C1EDAC}" destId="{592FD652-9DA3-4046-9799-07455AF94CDF}" srcOrd="0" destOrd="0" presId="urn:microsoft.com/office/officeart/2008/layout/VerticalCurvedList"/>
    <dgm:cxn modelId="{AD1818C7-985F-9A48-9FEF-43D8EF575551}" srcId="{A94D418D-1618-7544-85F2-C0DEA8970A4F}" destId="{B7E98E27-0253-C042-9799-4D42D6C1EDAC}" srcOrd="2" destOrd="0" parTransId="{C4A3B31E-2E86-BB44-AB9B-94B4A3640AD2}" sibTransId="{51ABFC43-57E3-CA41-B3EC-FEEC34588F11}"/>
    <dgm:cxn modelId="{8EFE5FD0-3F0F-8A43-AE09-4E032D05EFF7}" type="presOf" srcId="{A94D418D-1618-7544-85F2-C0DEA8970A4F}" destId="{56396B6C-C24F-5C4A-9D98-69DA79B9F58B}" srcOrd="0" destOrd="0" presId="urn:microsoft.com/office/officeart/2008/layout/VerticalCurvedList"/>
    <dgm:cxn modelId="{01435AD6-C4D4-8942-8F19-8B5794112760}" type="presOf" srcId="{41C1769C-E3A6-B34D-8B8D-A6EB6B58BD02}" destId="{6DC9EDC8-A4A2-924C-85D0-ADA21B3CD786}" srcOrd="0" destOrd="0" presId="urn:microsoft.com/office/officeart/2008/layout/VerticalCurvedList"/>
    <dgm:cxn modelId="{41C2FD06-BD00-7243-9EFB-7C3A03FBA32D}" type="presParOf" srcId="{56396B6C-C24F-5C4A-9D98-69DA79B9F58B}" destId="{885A9652-77F6-4843-8D95-AD1035AE1087}" srcOrd="0" destOrd="0" presId="urn:microsoft.com/office/officeart/2008/layout/VerticalCurvedList"/>
    <dgm:cxn modelId="{0962DF1A-365B-F640-8C9C-9B6942AE8ED3}" type="presParOf" srcId="{885A9652-77F6-4843-8D95-AD1035AE1087}" destId="{48CCDEA8-9992-0645-A8D3-1A0E830A5CC7}" srcOrd="0" destOrd="0" presId="urn:microsoft.com/office/officeart/2008/layout/VerticalCurvedList"/>
    <dgm:cxn modelId="{AB2025CA-4E52-504A-B5A8-E264A40CEE1F}" type="presParOf" srcId="{48CCDEA8-9992-0645-A8D3-1A0E830A5CC7}" destId="{0F51F184-321E-674F-8B7E-8FD854FF870E}" srcOrd="0" destOrd="0" presId="urn:microsoft.com/office/officeart/2008/layout/VerticalCurvedList"/>
    <dgm:cxn modelId="{D271BA2B-2AB7-2D4F-8B1B-974C9F391392}" type="presParOf" srcId="{48CCDEA8-9992-0645-A8D3-1A0E830A5CC7}" destId="{8EC5D085-78BF-E046-B5C7-21AACCF88766}" srcOrd="1" destOrd="0" presId="urn:microsoft.com/office/officeart/2008/layout/VerticalCurvedList"/>
    <dgm:cxn modelId="{8D0D0E1D-82EC-F041-A50A-08EA20260294}" type="presParOf" srcId="{48CCDEA8-9992-0645-A8D3-1A0E830A5CC7}" destId="{20FE9F87-016D-0247-8E02-7AD01BA71DF6}" srcOrd="2" destOrd="0" presId="urn:microsoft.com/office/officeart/2008/layout/VerticalCurvedList"/>
    <dgm:cxn modelId="{1CED1664-8FAA-934A-88D2-AE05A093F05E}" type="presParOf" srcId="{48CCDEA8-9992-0645-A8D3-1A0E830A5CC7}" destId="{609E1203-407C-D946-90ED-767277752AB0}" srcOrd="3" destOrd="0" presId="urn:microsoft.com/office/officeart/2008/layout/VerticalCurvedList"/>
    <dgm:cxn modelId="{C19828C9-3256-E343-8C78-48BC9DC08F69}" type="presParOf" srcId="{885A9652-77F6-4843-8D95-AD1035AE1087}" destId="{6DC9EDC8-A4A2-924C-85D0-ADA21B3CD786}" srcOrd="1" destOrd="0" presId="urn:microsoft.com/office/officeart/2008/layout/VerticalCurvedList"/>
    <dgm:cxn modelId="{1CCEBE60-BE3B-B241-B83D-E7C96D9B4B82}" type="presParOf" srcId="{885A9652-77F6-4843-8D95-AD1035AE1087}" destId="{DFCFFBBA-8EB3-EF48-B959-4B075CCE19B9}" srcOrd="2" destOrd="0" presId="urn:microsoft.com/office/officeart/2008/layout/VerticalCurvedList"/>
    <dgm:cxn modelId="{69E39C60-96D0-C745-B2BC-3638173FD285}" type="presParOf" srcId="{DFCFFBBA-8EB3-EF48-B959-4B075CCE19B9}" destId="{EBB404C8-C354-244E-8F32-31047ED66071}" srcOrd="0" destOrd="0" presId="urn:microsoft.com/office/officeart/2008/layout/VerticalCurvedList"/>
    <dgm:cxn modelId="{9F964476-E8E8-1947-B0F7-16631257066E}" type="presParOf" srcId="{885A9652-77F6-4843-8D95-AD1035AE1087}" destId="{DFF6E4BF-42E1-124F-AA20-B7C452B4370C}" srcOrd="3" destOrd="0" presId="urn:microsoft.com/office/officeart/2008/layout/VerticalCurvedList"/>
    <dgm:cxn modelId="{A38596DF-ED1F-3849-B237-5CF528208B40}" type="presParOf" srcId="{885A9652-77F6-4843-8D95-AD1035AE1087}" destId="{2B311B30-7C02-9245-86AB-08292864CAA0}" srcOrd="4" destOrd="0" presId="urn:microsoft.com/office/officeart/2008/layout/VerticalCurvedList"/>
    <dgm:cxn modelId="{02BE083A-DA7C-034C-B1D1-A03621F946C3}" type="presParOf" srcId="{2B311B30-7C02-9245-86AB-08292864CAA0}" destId="{5687818F-3E16-8E40-82A1-7A95947831D5}" srcOrd="0" destOrd="0" presId="urn:microsoft.com/office/officeart/2008/layout/VerticalCurvedList"/>
    <dgm:cxn modelId="{B8C15CBE-3B56-734A-8232-8F903F80B704}" type="presParOf" srcId="{885A9652-77F6-4843-8D95-AD1035AE1087}" destId="{592FD652-9DA3-4046-9799-07455AF94CDF}" srcOrd="5" destOrd="0" presId="urn:microsoft.com/office/officeart/2008/layout/VerticalCurvedList"/>
    <dgm:cxn modelId="{33BFC9BD-3798-7649-A3FA-EF0A100E170C}" type="presParOf" srcId="{885A9652-77F6-4843-8D95-AD1035AE1087}" destId="{A4EFAA7F-E2ED-AC4E-8A32-E9CF562ED3FD}" srcOrd="6" destOrd="0" presId="urn:microsoft.com/office/officeart/2008/layout/VerticalCurvedList"/>
    <dgm:cxn modelId="{D4A22CF4-0586-644D-A3C0-EB6183EFD7A6}" type="presParOf" srcId="{A4EFAA7F-E2ED-AC4E-8A32-E9CF562ED3FD}" destId="{604F7FBE-A445-7C48-B7AD-0A61A1C6719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6DA1925-45D1-4B45-BF87-10E94E9DC14E}" type="doc">
      <dgm:prSet loTypeId="urn:microsoft.com/office/officeart/2005/8/layout/hChevron3" loCatId="" qsTypeId="urn:microsoft.com/office/officeart/2005/8/quickstyle/simple1" qsCatId="simple" csTypeId="urn:microsoft.com/office/officeart/2005/8/colors/accent1_2" csCatId="accent1" phldr="1"/>
      <dgm:spPr/>
    </dgm:pt>
    <dgm:pt modelId="{7B789754-09B1-4941-BF99-F8C6A9762CFB}">
      <dgm:prSet phldrT="[文字]"/>
      <dgm:spPr/>
      <dgm:t>
        <a:bodyPr/>
        <a:lstStyle/>
        <a:p>
          <a:r>
            <a:rPr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資料清理</a:t>
          </a:r>
          <a:br>
            <a:rPr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rPr>
          </a:br>
          <a:r>
            <a:rPr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與轉換</a:t>
          </a:r>
        </a:p>
      </dgm:t>
    </dgm:pt>
    <dgm:pt modelId="{9544A6A3-47B1-614E-81EC-ADA29098F614}" type="parTrans" cxnId="{22032932-CDDF-4640-BC57-4F4043712EBC}">
      <dgm:prSet/>
      <dgm:spPr/>
      <dgm:t>
        <a:bodyPr/>
        <a:lstStyle/>
        <a:p>
          <a:endParaRPr lang="zh-TW" altLang="en-US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00081A18-9841-F443-B0F1-0EB5D6E69F63}" type="sibTrans" cxnId="{22032932-CDDF-4640-BC57-4F4043712EBC}">
      <dgm:prSet/>
      <dgm:spPr/>
      <dgm:t>
        <a:bodyPr/>
        <a:lstStyle/>
        <a:p>
          <a:endParaRPr lang="zh-TW" altLang="en-US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71529080-9260-BE4E-8F29-D7D7472C7D1C}">
      <dgm:prSet phldrT="[文字]"/>
      <dgm:spPr/>
      <dgm:t>
        <a:bodyPr/>
        <a:lstStyle/>
        <a:p>
          <a:r>
            <a:rPr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資料</a:t>
          </a:r>
          <a:br>
            <a:rPr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rPr>
          </a:br>
          <a:r>
            <a:rPr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切分</a:t>
          </a:r>
        </a:p>
      </dgm:t>
    </dgm:pt>
    <dgm:pt modelId="{CBD82FF0-B009-FE43-9F64-D741779E55BA}" type="parTrans" cxnId="{6B7075ED-548A-D844-9FEF-DC9D19091456}">
      <dgm:prSet/>
      <dgm:spPr/>
      <dgm:t>
        <a:bodyPr/>
        <a:lstStyle/>
        <a:p>
          <a:endParaRPr lang="zh-TW" altLang="en-US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46A39E6A-95B1-5141-8286-D3615BD3978E}" type="sibTrans" cxnId="{6B7075ED-548A-D844-9FEF-DC9D19091456}">
      <dgm:prSet/>
      <dgm:spPr/>
      <dgm:t>
        <a:bodyPr/>
        <a:lstStyle/>
        <a:p>
          <a:endParaRPr lang="zh-TW" altLang="en-US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B01FB95B-7C01-1C43-BCBC-82AE4AA5D77A}">
      <dgm:prSet phldrT="[文字]"/>
      <dgm:spPr/>
      <dgm:t>
        <a:bodyPr/>
        <a:lstStyle/>
        <a:p>
          <a:r>
            <a:rPr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模型</a:t>
          </a:r>
          <a:br>
            <a:rPr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rPr>
          </a:br>
          <a:r>
            <a:rPr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訓練</a:t>
          </a:r>
        </a:p>
      </dgm:t>
    </dgm:pt>
    <dgm:pt modelId="{5F9BF333-5031-9041-B747-0189D7A8D96B}" type="parTrans" cxnId="{39F92F6F-58E0-0D43-BC90-29F3FD8FE9BA}">
      <dgm:prSet/>
      <dgm:spPr/>
      <dgm:t>
        <a:bodyPr/>
        <a:lstStyle/>
        <a:p>
          <a:endParaRPr lang="zh-TW" altLang="en-US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5182861D-D42F-2840-9691-766B138D2E6C}" type="sibTrans" cxnId="{39F92F6F-58E0-0D43-BC90-29F3FD8FE9BA}">
      <dgm:prSet/>
      <dgm:spPr/>
      <dgm:t>
        <a:bodyPr/>
        <a:lstStyle/>
        <a:p>
          <a:endParaRPr lang="zh-TW" altLang="en-US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6CB19635-AA2F-6A42-8B80-731C3BA53DD6}">
      <dgm:prSet phldrT="[文字]"/>
      <dgm:spPr/>
      <dgm:t>
        <a:bodyPr/>
        <a:lstStyle/>
        <a:p>
          <a:r>
            <a:rPr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比較</a:t>
          </a:r>
          <a:br>
            <a:rPr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rPr>
          </a:br>
          <a:r>
            <a:rPr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成果</a:t>
          </a:r>
        </a:p>
      </dgm:t>
    </dgm:pt>
    <dgm:pt modelId="{3B2DA6BD-B79A-2449-9367-6C97DBCC6419}" type="parTrans" cxnId="{22352F2B-C3A2-E040-A2DB-780C5C736AEA}">
      <dgm:prSet/>
      <dgm:spPr/>
      <dgm:t>
        <a:bodyPr/>
        <a:lstStyle/>
        <a:p>
          <a:endParaRPr lang="zh-TW" altLang="en-US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7C2CE2A8-F77F-DF4C-AEFE-0D486DFAFD8C}" type="sibTrans" cxnId="{22352F2B-C3A2-E040-A2DB-780C5C736AEA}">
      <dgm:prSet/>
      <dgm:spPr/>
      <dgm:t>
        <a:bodyPr/>
        <a:lstStyle/>
        <a:p>
          <a:endParaRPr lang="zh-TW" altLang="en-US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gm:t>
    </dgm:pt>
    <dgm:pt modelId="{C20EBF17-B68F-E143-8B3E-CB7EC68084F5}" type="pres">
      <dgm:prSet presAssocID="{66DA1925-45D1-4B45-BF87-10E94E9DC14E}" presName="Name0" presStyleCnt="0">
        <dgm:presLayoutVars>
          <dgm:dir/>
          <dgm:resizeHandles val="exact"/>
        </dgm:presLayoutVars>
      </dgm:prSet>
      <dgm:spPr/>
    </dgm:pt>
    <dgm:pt modelId="{A8DD6BBC-88EC-B84F-BB89-393CCEDF9188}" type="pres">
      <dgm:prSet presAssocID="{7B789754-09B1-4941-BF99-F8C6A9762CFB}" presName="parTxOnly" presStyleLbl="node1" presStyleIdx="0" presStyleCnt="4">
        <dgm:presLayoutVars>
          <dgm:bulletEnabled val="1"/>
        </dgm:presLayoutVars>
      </dgm:prSet>
      <dgm:spPr/>
    </dgm:pt>
    <dgm:pt modelId="{79577E59-A62A-7F4F-89BB-D647F25D9E78}" type="pres">
      <dgm:prSet presAssocID="{00081A18-9841-F443-B0F1-0EB5D6E69F63}" presName="parSpace" presStyleCnt="0"/>
      <dgm:spPr/>
    </dgm:pt>
    <dgm:pt modelId="{DDFD2B1D-DFD7-C947-8D01-BF03A82A5D78}" type="pres">
      <dgm:prSet presAssocID="{71529080-9260-BE4E-8F29-D7D7472C7D1C}" presName="parTxOnly" presStyleLbl="node1" presStyleIdx="1" presStyleCnt="4">
        <dgm:presLayoutVars>
          <dgm:bulletEnabled val="1"/>
        </dgm:presLayoutVars>
      </dgm:prSet>
      <dgm:spPr/>
    </dgm:pt>
    <dgm:pt modelId="{43D072E5-43ED-7646-9F6A-903A4E537C4B}" type="pres">
      <dgm:prSet presAssocID="{46A39E6A-95B1-5141-8286-D3615BD3978E}" presName="parSpace" presStyleCnt="0"/>
      <dgm:spPr/>
    </dgm:pt>
    <dgm:pt modelId="{F46D1D07-1C52-7A4E-881A-8E281A4A6B36}" type="pres">
      <dgm:prSet presAssocID="{B01FB95B-7C01-1C43-BCBC-82AE4AA5D77A}" presName="parTxOnly" presStyleLbl="node1" presStyleIdx="2" presStyleCnt="4">
        <dgm:presLayoutVars>
          <dgm:bulletEnabled val="1"/>
        </dgm:presLayoutVars>
      </dgm:prSet>
      <dgm:spPr/>
    </dgm:pt>
    <dgm:pt modelId="{77813DB8-A7D3-9249-A9DD-9ED6A607673B}" type="pres">
      <dgm:prSet presAssocID="{5182861D-D42F-2840-9691-766B138D2E6C}" presName="parSpace" presStyleCnt="0"/>
      <dgm:spPr/>
    </dgm:pt>
    <dgm:pt modelId="{4B552095-C404-4146-9F88-4163A0F8D542}" type="pres">
      <dgm:prSet presAssocID="{6CB19635-AA2F-6A42-8B80-731C3BA53DD6}" presName="parTxOnly" presStyleLbl="node1" presStyleIdx="3" presStyleCnt="4">
        <dgm:presLayoutVars>
          <dgm:bulletEnabled val="1"/>
        </dgm:presLayoutVars>
      </dgm:prSet>
      <dgm:spPr/>
    </dgm:pt>
  </dgm:ptLst>
  <dgm:cxnLst>
    <dgm:cxn modelId="{22352F2B-C3A2-E040-A2DB-780C5C736AEA}" srcId="{66DA1925-45D1-4B45-BF87-10E94E9DC14E}" destId="{6CB19635-AA2F-6A42-8B80-731C3BA53DD6}" srcOrd="3" destOrd="0" parTransId="{3B2DA6BD-B79A-2449-9367-6C97DBCC6419}" sibTransId="{7C2CE2A8-F77F-DF4C-AEFE-0D486DFAFD8C}"/>
    <dgm:cxn modelId="{9A28F22C-F141-9F4C-B1B9-814DE72311AF}" type="presOf" srcId="{71529080-9260-BE4E-8F29-D7D7472C7D1C}" destId="{DDFD2B1D-DFD7-C947-8D01-BF03A82A5D78}" srcOrd="0" destOrd="0" presId="urn:microsoft.com/office/officeart/2005/8/layout/hChevron3"/>
    <dgm:cxn modelId="{0E8B812E-8ED6-CD4B-90F2-F4508D473204}" type="presOf" srcId="{7B789754-09B1-4941-BF99-F8C6A9762CFB}" destId="{A8DD6BBC-88EC-B84F-BB89-393CCEDF9188}" srcOrd="0" destOrd="0" presId="urn:microsoft.com/office/officeart/2005/8/layout/hChevron3"/>
    <dgm:cxn modelId="{22032932-CDDF-4640-BC57-4F4043712EBC}" srcId="{66DA1925-45D1-4B45-BF87-10E94E9DC14E}" destId="{7B789754-09B1-4941-BF99-F8C6A9762CFB}" srcOrd="0" destOrd="0" parTransId="{9544A6A3-47B1-614E-81EC-ADA29098F614}" sibTransId="{00081A18-9841-F443-B0F1-0EB5D6E69F63}"/>
    <dgm:cxn modelId="{82B94A33-1731-1D45-A6AE-BF961578C4DB}" type="presOf" srcId="{66DA1925-45D1-4B45-BF87-10E94E9DC14E}" destId="{C20EBF17-B68F-E143-8B3E-CB7EC68084F5}" srcOrd="0" destOrd="0" presId="urn:microsoft.com/office/officeart/2005/8/layout/hChevron3"/>
    <dgm:cxn modelId="{2E6F7F3D-2012-6E4A-86AE-E445567F62FE}" type="presOf" srcId="{B01FB95B-7C01-1C43-BCBC-82AE4AA5D77A}" destId="{F46D1D07-1C52-7A4E-881A-8E281A4A6B36}" srcOrd="0" destOrd="0" presId="urn:microsoft.com/office/officeart/2005/8/layout/hChevron3"/>
    <dgm:cxn modelId="{88BD2E47-7486-7240-A977-74DE638ADEE7}" type="presOf" srcId="{6CB19635-AA2F-6A42-8B80-731C3BA53DD6}" destId="{4B552095-C404-4146-9F88-4163A0F8D542}" srcOrd="0" destOrd="0" presId="urn:microsoft.com/office/officeart/2005/8/layout/hChevron3"/>
    <dgm:cxn modelId="{39F92F6F-58E0-0D43-BC90-29F3FD8FE9BA}" srcId="{66DA1925-45D1-4B45-BF87-10E94E9DC14E}" destId="{B01FB95B-7C01-1C43-BCBC-82AE4AA5D77A}" srcOrd="2" destOrd="0" parTransId="{5F9BF333-5031-9041-B747-0189D7A8D96B}" sibTransId="{5182861D-D42F-2840-9691-766B138D2E6C}"/>
    <dgm:cxn modelId="{6B7075ED-548A-D844-9FEF-DC9D19091456}" srcId="{66DA1925-45D1-4B45-BF87-10E94E9DC14E}" destId="{71529080-9260-BE4E-8F29-D7D7472C7D1C}" srcOrd="1" destOrd="0" parTransId="{CBD82FF0-B009-FE43-9F64-D741779E55BA}" sibTransId="{46A39E6A-95B1-5141-8286-D3615BD3978E}"/>
    <dgm:cxn modelId="{01F8FA0A-2502-F546-B274-C798EAC5C3A8}" type="presParOf" srcId="{C20EBF17-B68F-E143-8B3E-CB7EC68084F5}" destId="{A8DD6BBC-88EC-B84F-BB89-393CCEDF9188}" srcOrd="0" destOrd="0" presId="urn:microsoft.com/office/officeart/2005/8/layout/hChevron3"/>
    <dgm:cxn modelId="{A65D352F-ECBD-614E-A54B-C35F2AE1A68F}" type="presParOf" srcId="{C20EBF17-B68F-E143-8B3E-CB7EC68084F5}" destId="{79577E59-A62A-7F4F-89BB-D647F25D9E78}" srcOrd="1" destOrd="0" presId="urn:microsoft.com/office/officeart/2005/8/layout/hChevron3"/>
    <dgm:cxn modelId="{F14E9345-3950-D644-86A5-BC929F94D595}" type="presParOf" srcId="{C20EBF17-B68F-E143-8B3E-CB7EC68084F5}" destId="{DDFD2B1D-DFD7-C947-8D01-BF03A82A5D78}" srcOrd="2" destOrd="0" presId="urn:microsoft.com/office/officeart/2005/8/layout/hChevron3"/>
    <dgm:cxn modelId="{4725F98F-EFAF-AF49-9CD1-829C022E7EFC}" type="presParOf" srcId="{C20EBF17-B68F-E143-8B3E-CB7EC68084F5}" destId="{43D072E5-43ED-7646-9F6A-903A4E537C4B}" srcOrd="3" destOrd="0" presId="urn:microsoft.com/office/officeart/2005/8/layout/hChevron3"/>
    <dgm:cxn modelId="{51B887D7-8887-6946-B034-CA9920EB0D0A}" type="presParOf" srcId="{C20EBF17-B68F-E143-8B3E-CB7EC68084F5}" destId="{F46D1D07-1C52-7A4E-881A-8E281A4A6B36}" srcOrd="4" destOrd="0" presId="urn:microsoft.com/office/officeart/2005/8/layout/hChevron3"/>
    <dgm:cxn modelId="{593FB1F6-ED12-884D-B2F6-E21EB717AA29}" type="presParOf" srcId="{C20EBF17-B68F-E143-8B3E-CB7EC68084F5}" destId="{77813DB8-A7D3-9249-A9DD-9ED6A607673B}" srcOrd="5" destOrd="0" presId="urn:microsoft.com/office/officeart/2005/8/layout/hChevron3"/>
    <dgm:cxn modelId="{555B69AD-C6E0-F245-B856-BCF263268843}" type="presParOf" srcId="{C20EBF17-B68F-E143-8B3E-CB7EC68084F5}" destId="{4B552095-C404-4146-9F88-4163A0F8D542}" srcOrd="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C5D085-78BF-E046-B5C7-21AACCF88766}">
      <dsp:nvSpPr>
        <dsp:cNvPr id="0" name=""/>
        <dsp:cNvSpPr/>
      </dsp:nvSpPr>
      <dsp:spPr>
        <a:xfrm>
          <a:off x="-4594335" y="-704408"/>
          <a:ext cx="5472816" cy="5472816"/>
        </a:xfrm>
        <a:prstGeom prst="blockArc">
          <a:avLst>
            <a:gd name="adj1" fmla="val 18900000"/>
            <a:gd name="adj2" fmla="val 2700000"/>
            <a:gd name="adj3" fmla="val 395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C9EDC8-A4A2-924C-85D0-ADA21B3CD786}">
      <dsp:nvSpPr>
        <dsp:cNvPr id="0" name=""/>
        <dsp:cNvSpPr/>
      </dsp:nvSpPr>
      <dsp:spPr>
        <a:xfrm>
          <a:off x="564979" y="406400"/>
          <a:ext cx="5475833" cy="81280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45160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zh-TW" altLang="en-US" sz="2300" b="0" i="0" u="none" strike="noStrike" kern="1200" cap="none" normalizeH="0" baseline="0" dirty="0">
              <a:ln/>
              <a:effectLst/>
              <a:latin typeface="Microsoft JhengHei" panose="020B0604030504040204" pitchFamily="34" charset="-120"/>
              <a:ea typeface="Microsoft JhengHei" panose="020B0604030504040204" pitchFamily="34" charset="-120"/>
            </a:rPr>
            <a:t>流失發生後才被察覺，無法事前預警</a:t>
          </a:r>
          <a:endParaRPr lang="zh-TW" altLang="en-US" sz="2300" kern="1200" dirty="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sp:txBody>
      <dsp:txXfrm>
        <a:off x="564979" y="406400"/>
        <a:ext cx="5475833" cy="812800"/>
      </dsp:txXfrm>
    </dsp:sp>
    <dsp:sp modelId="{EBB404C8-C354-244E-8F32-31047ED66071}">
      <dsp:nvSpPr>
        <dsp:cNvPr id="0" name=""/>
        <dsp:cNvSpPr/>
      </dsp:nvSpPr>
      <dsp:spPr>
        <a:xfrm>
          <a:off x="56979" y="304800"/>
          <a:ext cx="1016000" cy="1016000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DFF6E4BF-42E1-124F-AA20-B7C452B4370C}">
      <dsp:nvSpPr>
        <dsp:cNvPr id="0" name=""/>
        <dsp:cNvSpPr/>
      </dsp:nvSpPr>
      <dsp:spPr>
        <a:xfrm>
          <a:off x="860432" y="1625599"/>
          <a:ext cx="5180380" cy="81280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45160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zh-TW" altLang="en-US" sz="2300" b="0" i="0" u="none" strike="noStrike" kern="1200" cap="none" normalizeH="0" baseline="0">
              <a:ln/>
              <a:effectLst/>
              <a:latin typeface="Microsoft JhengHei" panose="020B0604030504040204" pitchFamily="34" charset="-120"/>
              <a:ea typeface="Microsoft JhengHei" panose="020B0604030504040204" pitchFamily="34" charset="-120"/>
            </a:rPr>
            <a:t>留存資源未能聚焦高價值顧客</a:t>
          </a:r>
          <a:endParaRPr lang="zh-TW" altLang="en-US" sz="2300" kern="1200" dirty="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sp:txBody>
      <dsp:txXfrm>
        <a:off x="860432" y="1625599"/>
        <a:ext cx="5180380" cy="812800"/>
      </dsp:txXfrm>
    </dsp:sp>
    <dsp:sp modelId="{5687818F-3E16-8E40-82A1-7A95947831D5}">
      <dsp:nvSpPr>
        <dsp:cNvPr id="0" name=""/>
        <dsp:cNvSpPr/>
      </dsp:nvSpPr>
      <dsp:spPr>
        <a:xfrm>
          <a:off x="352432" y="1523999"/>
          <a:ext cx="1016000" cy="1016000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592FD652-9DA3-4046-9799-07455AF94CDF}">
      <dsp:nvSpPr>
        <dsp:cNvPr id="0" name=""/>
        <dsp:cNvSpPr/>
      </dsp:nvSpPr>
      <dsp:spPr>
        <a:xfrm>
          <a:off x="564979" y="2844800"/>
          <a:ext cx="5475833" cy="81280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45160" tIns="58420" rIns="58420" bIns="5842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zh-TW" altLang="en-US" sz="2300" b="0" i="0" u="none" strike="noStrike" kern="1200" cap="none" normalizeH="0" baseline="0">
              <a:ln/>
              <a:effectLst/>
              <a:latin typeface="Microsoft JhengHei" panose="020B0604030504040204" pitchFamily="34" charset="-120"/>
              <a:ea typeface="Microsoft JhengHei" panose="020B0604030504040204" pitchFamily="34" charset="-120"/>
            </a:rPr>
            <a:t>缺乏可量化的流失風險判斷依據</a:t>
          </a:r>
          <a:endParaRPr lang="zh-TW" altLang="en-US" sz="2300" kern="1200" dirty="0">
            <a:latin typeface="Microsoft JhengHei" panose="020B0604030504040204" pitchFamily="34" charset="-120"/>
            <a:ea typeface="Microsoft JhengHei" panose="020B0604030504040204" pitchFamily="34" charset="-120"/>
          </a:endParaRPr>
        </a:p>
      </dsp:txBody>
      <dsp:txXfrm>
        <a:off x="564979" y="2844800"/>
        <a:ext cx="5475833" cy="812800"/>
      </dsp:txXfrm>
    </dsp:sp>
    <dsp:sp modelId="{604F7FBE-A445-7C48-B7AD-0A61A1C6719A}">
      <dsp:nvSpPr>
        <dsp:cNvPr id="0" name=""/>
        <dsp:cNvSpPr/>
      </dsp:nvSpPr>
      <dsp:spPr>
        <a:xfrm>
          <a:off x="56979" y="2743200"/>
          <a:ext cx="1016000" cy="1016000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DD6BBC-88EC-B84F-BB89-393CCEDF9188}">
      <dsp:nvSpPr>
        <dsp:cNvPr id="0" name=""/>
        <dsp:cNvSpPr/>
      </dsp:nvSpPr>
      <dsp:spPr>
        <a:xfrm>
          <a:off x="2318" y="1614111"/>
          <a:ext cx="2326253" cy="93050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000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資料清理</a:t>
          </a:r>
          <a:br>
            <a:rPr lang="en-US" altLang="zh-TW" sz="2000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</a:br>
          <a:r>
            <a:rPr lang="zh-TW" altLang="en-US" sz="2000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與轉換</a:t>
          </a:r>
        </a:p>
      </dsp:txBody>
      <dsp:txXfrm>
        <a:off x="2318" y="1614111"/>
        <a:ext cx="2093628" cy="930501"/>
      </dsp:txXfrm>
    </dsp:sp>
    <dsp:sp modelId="{DDFD2B1D-DFD7-C947-8D01-BF03A82A5D78}">
      <dsp:nvSpPr>
        <dsp:cNvPr id="0" name=""/>
        <dsp:cNvSpPr/>
      </dsp:nvSpPr>
      <dsp:spPr>
        <a:xfrm>
          <a:off x="1863321" y="1614111"/>
          <a:ext cx="2326253" cy="93050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000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資料</a:t>
          </a:r>
          <a:br>
            <a:rPr lang="en-US" altLang="zh-TW" sz="2000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</a:br>
          <a:r>
            <a:rPr lang="zh-TW" altLang="en-US" sz="2000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切分</a:t>
          </a:r>
        </a:p>
      </dsp:txBody>
      <dsp:txXfrm>
        <a:off x="2328572" y="1614111"/>
        <a:ext cx="1395752" cy="930501"/>
      </dsp:txXfrm>
    </dsp:sp>
    <dsp:sp modelId="{F46D1D07-1C52-7A4E-881A-8E281A4A6B36}">
      <dsp:nvSpPr>
        <dsp:cNvPr id="0" name=""/>
        <dsp:cNvSpPr/>
      </dsp:nvSpPr>
      <dsp:spPr>
        <a:xfrm>
          <a:off x="3724324" y="1614111"/>
          <a:ext cx="2326253" cy="93050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000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模型</a:t>
          </a:r>
          <a:br>
            <a:rPr lang="en-US" altLang="zh-TW" sz="2000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</a:br>
          <a:r>
            <a:rPr lang="zh-TW" altLang="en-US" sz="2000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訓練</a:t>
          </a:r>
        </a:p>
      </dsp:txBody>
      <dsp:txXfrm>
        <a:off x="4189575" y="1614111"/>
        <a:ext cx="1395752" cy="930501"/>
      </dsp:txXfrm>
    </dsp:sp>
    <dsp:sp modelId="{4B552095-C404-4146-9F88-4163A0F8D542}">
      <dsp:nvSpPr>
        <dsp:cNvPr id="0" name=""/>
        <dsp:cNvSpPr/>
      </dsp:nvSpPr>
      <dsp:spPr>
        <a:xfrm>
          <a:off x="5585326" y="1614111"/>
          <a:ext cx="2326253" cy="93050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000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比較</a:t>
          </a:r>
          <a:br>
            <a:rPr lang="en-US" altLang="zh-TW" sz="2000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</a:br>
          <a:r>
            <a:rPr lang="zh-TW" altLang="en-US" sz="2000" kern="1200" dirty="0">
              <a:latin typeface="Microsoft JhengHei" panose="020B0604030504040204" pitchFamily="34" charset="-120"/>
              <a:ea typeface="Microsoft JhengHei" panose="020B0604030504040204" pitchFamily="34" charset="-120"/>
            </a:rPr>
            <a:t>成果</a:t>
          </a:r>
        </a:p>
      </dsp:txBody>
      <dsp:txXfrm>
        <a:off x="6050577" y="1614111"/>
        <a:ext cx="1395752" cy="9305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4">
          <a:extLst>
            <a:ext uri="{FF2B5EF4-FFF2-40B4-BE49-F238E27FC236}">
              <a16:creationId xmlns:a16="http://schemas.microsoft.com/office/drawing/2014/main" id="{E928577F-1B22-BDD9-74B3-02674201E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g54dda1946d_6_377:notes">
            <a:extLst>
              <a:ext uri="{FF2B5EF4-FFF2-40B4-BE49-F238E27FC236}">
                <a16:creationId xmlns:a16="http://schemas.microsoft.com/office/drawing/2014/main" id="{3F84EC0F-12B7-9729-F0C0-AC9C461EBC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6" name="Google Shape;1096;g54dda1946d_6_377:notes">
            <a:extLst>
              <a:ext uri="{FF2B5EF4-FFF2-40B4-BE49-F238E27FC236}">
                <a16:creationId xmlns:a16="http://schemas.microsoft.com/office/drawing/2014/main" id="{BFDAF61E-DB6F-0849-6C25-D4FD1BBECC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87917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0">
          <a:extLst>
            <a:ext uri="{FF2B5EF4-FFF2-40B4-BE49-F238E27FC236}">
              <a16:creationId xmlns:a16="http://schemas.microsoft.com/office/drawing/2014/main" id="{0E48CBDD-9928-AF85-9D52-80FD4D8C1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54dda1946d_6_308:notes">
            <a:extLst>
              <a:ext uri="{FF2B5EF4-FFF2-40B4-BE49-F238E27FC236}">
                <a16:creationId xmlns:a16="http://schemas.microsoft.com/office/drawing/2014/main" id="{91AE413F-996A-C069-88E0-2823ED200E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54dda1946d_6_308:notes">
            <a:extLst>
              <a:ext uri="{FF2B5EF4-FFF2-40B4-BE49-F238E27FC236}">
                <a16:creationId xmlns:a16="http://schemas.microsoft.com/office/drawing/2014/main" id="{E0B874F4-2B81-0766-8914-0C7C21C579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46139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4" name="Google Shape;944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256940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083523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818995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zh-TW" b="1" dirty="0">
                <a:solidFill>
                  <a:schemeClr val="tx1"/>
                </a:solidFill>
                <a:latin typeface="Arial" panose="020B0604020202020204" pitchFamily="34" charset="0"/>
              </a:rPr>
              <a:t>R</a:t>
            </a:r>
            <a:r>
              <a:rPr kumimoji="0" lang="zh-TW" altLang="zh-TW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ecall</a:t>
            </a:r>
            <a:r>
              <a:rPr kumimoji="0" lang="zh-TW" altLang="zh-TW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看的是「你有沒有漏抓？」</a:t>
            </a:r>
            <a:endParaRPr kumimoji="0" lang="en-US" altLang="zh-TW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TW" altLang="zh-TW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F1 Score</a:t>
            </a:r>
            <a:r>
              <a:rPr kumimoji="0" lang="zh-TW" altLang="zh-TW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看的是「準確度和廣度的</a:t>
            </a:r>
            <a:r>
              <a:rPr kumimoji="0" lang="zh-TW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調和平均數</a:t>
            </a:r>
            <a:r>
              <a:rPr kumimoji="0" lang="zh-TW" altLang="zh-TW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」</a:t>
            </a:r>
            <a:endParaRPr kumimoji="0" lang="en-US" altLang="zh-TW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TW" altLang="zh-TW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AUC</a:t>
            </a:r>
            <a:r>
              <a:rPr kumimoji="0" lang="zh-TW" altLang="zh-TW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看的是「模型區分正負樣本的整體能力」</a:t>
            </a:r>
          </a:p>
          <a:p>
            <a:r>
              <a:rPr lang="en-US" altLang="zh-TW" dirty="0"/>
              <a:t>Roc</a:t>
            </a:r>
            <a:r>
              <a:rPr lang="zh-TW" altLang="en-US" dirty="0"/>
              <a:t>曲線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精確綠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2429872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52147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6782" y="-1232671"/>
            <a:ext cx="9807905" cy="7974474"/>
            <a:chOff x="-6782" y="-1232671"/>
            <a:chExt cx="9807905" cy="7974474"/>
          </a:xfrm>
        </p:grpSpPr>
        <p:sp>
          <p:nvSpPr>
            <p:cNvPr id="10" name="Google Shape;10;p2"/>
            <p:cNvSpPr/>
            <p:nvPr/>
          </p:nvSpPr>
          <p:spPr>
            <a:xfrm rot="-5400000">
              <a:off x="7120124" y="4060803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-1" y="4104678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-6782" y="-1232671"/>
              <a:ext cx="9150782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-885529" y="302485"/>
            <a:ext cx="10998540" cy="4878740"/>
            <a:chOff x="-885529" y="302485"/>
            <a:chExt cx="10998540" cy="4878740"/>
          </a:xfrm>
        </p:grpSpPr>
        <p:sp>
          <p:nvSpPr>
            <p:cNvPr id="14" name="Google Shape;14;p2"/>
            <p:cNvSpPr/>
            <p:nvPr/>
          </p:nvSpPr>
          <p:spPr>
            <a:xfrm>
              <a:off x="2581296" y="4914218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7266974" y="4937849"/>
              <a:ext cx="1205478" cy="219752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293550" y="4455724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10800000" flipH="1">
              <a:off x="8291042" y="569492"/>
              <a:ext cx="1821969" cy="184293"/>
            </a:xfrm>
            <a:custGeom>
              <a:avLst/>
              <a:gdLst/>
              <a:ahLst/>
              <a:cxnLst/>
              <a:rect l="l" t="t" r="r" b="b"/>
              <a:pathLst>
                <a:path w="28680" h="2901" extrusionOk="0">
                  <a:moveTo>
                    <a:pt x="28679" y="1"/>
                  </a:moveTo>
                  <a:lnTo>
                    <a:pt x="2737" y="162"/>
                  </a:lnTo>
                  <a:lnTo>
                    <a:pt x="1" y="2900"/>
                  </a:lnTo>
                  <a:lnTo>
                    <a:pt x="28679" y="2751"/>
                  </a:lnTo>
                  <a:lnTo>
                    <a:pt x="286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flipH="1">
              <a:off x="-885529" y="302485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9;p2"/>
          <p:cNvGrpSpPr/>
          <p:nvPr/>
        </p:nvGrpSpPr>
        <p:grpSpPr>
          <a:xfrm>
            <a:off x="-689412" y="-2417039"/>
            <a:ext cx="11168660" cy="9105554"/>
            <a:chOff x="-689412" y="-2417039"/>
            <a:chExt cx="11168660" cy="9105554"/>
          </a:xfrm>
        </p:grpSpPr>
        <p:grpSp>
          <p:nvGrpSpPr>
            <p:cNvPr id="20" name="Google Shape;20;p2"/>
            <p:cNvGrpSpPr/>
            <p:nvPr/>
          </p:nvGrpSpPr>
          <p:grpSpPr>
            <a:xfrm>
              <a:off x="6699625" y="4455725"/>
              <a:ext cx="3779622" cy="1782883"/>
              <a:chOff x="5782225" y="4455725"/>
              <a:chExt cx="3779622" cy="1782883"/>
            </a:xfrm>
          </p:grpSpPr>
          <p:sp>
            <p:nvSpPr>
              <p:cNvPr id="21" name="Google Shape;21;p2"/>
              <p:cNvSpPr/>
              <p:nvPr/>
            </p:nvSpPr>
            <p:spPr>
              <a:xfrm>
                <a:off x="6756575" y="4455725"/>
                <a:ext cx="2805272" cy="1537408"/>
              </a:xfrm>
              <a:custGeom>
                <a:avLst/>
                <a:gdLst/>
                <a:ahLst/>
                <a:cxnLst/>
                <a:rect l="l" t="t" r="r" b="b"/>
                <a:pathLst>
                  <a:path w="87610" h="48014" extrusionOk="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5782225" y="4701200"/>
                <a:ext cx="2805272" cy="1537408"/>
              </a:xfrm>
              <a:custGeom>
                <a:avLst/>
                <a:gdLst/>
                <a:ahLst/>
                <a:cxnLst/>
                <a:rect l="l" t="t" r="r" b="b"/>
                <a:pathLst>
                  <a:path w="87610" h="48014" extrusionOk="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-48925" y="4604000"/>
              <a:ext cx="5424616" cy="2084515"/>
              <a:chOff x="0" y="4604000"/>
              <a:chExt cx="5424616" cy="2084515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0" y="4604000"/>
                <a:ext cx="4495016" cy="2084515"/>
              </a:xfrm>
              <a:custGeom>
                <a:avLst/>
                <a:gdLst/>
                <a:ahLst/>
                <a:cxnLst/>
                <a:rect l="l" t="t" r="r" b="b"/>
                <a:pathLst>
                  <a:path w="101749" h="47185" extrusionOk="0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929600" y="4604000"/>
                <a:ext cx="4495016" cy="2084515"/>
              </a:xfrm>
              <a:custGeom>
                <a:avLst/>
                <a:gdLst/>
                <a:ahLst/>
                <a:cxnLst/>
                <a:rect l="l" t="t" r="r" b="b"/>
                <a:pathLst>
                  <a:path w="101749" h="47185" extrusionOk="0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6" name="Google Shape;26;p2"/>
            <p:cNvSpPr/>
            <p:nvPr/>
          </p:nvSpPr>
          <p:spPr>
            <a:xfrm rot="10800000">
              <a:off x="-689412" y="-1173475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 rot="10800000">
              <a:off x="4880516" y="-2417039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2"/>
          <p:cNvSpPr txBox="1">
            <a:spLocks noGrp="1"/>
          </p:cNvSpPr>
          <p:nvPr>
            <p:ph type="ctrTitle"/>
          </p:nvPr>
        </p:nvSpPr>
        <p:spPr>
          <a:xfrm>
            <a:off x="1394250" y="1432275"/>
            <a:ext cx="6355500" cy="1610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2"/>
          <p:cNvSpPr txBox="1">
            <a:spLocks noGrp="1"/>
          </p:cNvSpPr>
          <p:nvPr>
            <p:ph type="subTitle" idx="1"/>
          </p:nvPr>
        </p:nvSpPr>
        <p:spPr>
          <a:xfrm>
            <a:off x="1394250" y="3058425"/>
            <a:ext cx="6355500" cy="3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3"/>
          <p:cNvGrpSpPr/>
          <p:nvPr/>
        </p:nvGrpSpPr>
        <p:grpSpPr>
          <a:xfrm>
            <a:off x="-642935" y="-1483293"/>
            <a:ext cx="10417533" cy="7928897"/>
            <a:chOff x="-642935" y="-1483293"/>
            <a:chExt cx="10417533" cy="7928897"/>
          </a:xfrm>
        </p:grpSpPr>
        <p:sp>
          <p:nvSpPr>
            <p:cNvPr id="32" name="Google Shape;32;p3"/>
            <p:cNvSpPr/>
            <p:nvPr/>
          </p:nvSpPr>
          <p:spPr>
            <a:xfrm rot="10800000">
              <a:off x="-642935" y="-1483293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6254199" y="4604003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" name="Google Shape;34;p3"/>
          <p:cNvGrpSpPr/>
          <p:nvPr/>
        </p:nvGrpSpPr>
        <p:grpSpPr>
          <a:xfrm>
            <a:off x="-732996" y="7"/>
            <a:ext cx="7266640" cy="5159850"/>
            <a:chOff x="-732996" y="7"/>
            <a:chExt cx="7266640" cy="5159850"/>
          </a:xfrm>
        </p:grpSpPr>
        <p:sp>
          <p:nvSpPr>
            <p:cNvPr id="35" name="Google Shape;35;p3"/>
            <p:cNvSpPr/>
            <p:nvPr/>
          </p:nvSpPr>
          <p:spPr>
            <a:xfrm rot="10800000">
              <a:off x="4161656" y="4976326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10800000">
              <a:off x="5115392" y="7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-732996" y="4324988"/>
              <a:ext cx="1821969" cy="184293"/>
            </a:xfrm>
            <a:custGeom>
              <a:avLst/>
              <a:gdLst/>
              <a:ahLst/>
              <a:cxnLst/>
              <a:rect l="l" t="t" r="r" b="b"/>
              <a:pathLst>
                <a:path w="28680" h="2901" extrusionOk="0">
                  <a:moveTo>
                    <a:pt x="28679" y="1"/>
                  </a:moveTo>
                  <a:lnTo>
                    <a:pt x="2737" y="162"/>
                  </a:lnTo>
                  <a:lnTo>
                    <a:pt x="1" y="2900"/>
                  </a:lnTo>
                  <a:lnTo>
                    <a:pt x="28679" y="2751"/>
                  </a:lnTo>
                  <a:lnTo>
                    <a:pt x="286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" name="Google Shape;38;p3"/>
          <p:cNvSpPr txBox="1">
            <a:spLocks noGrp="1"/>
          </p:cNvSpPr>
          <p:nvPr>
            <p:ph type="title"/>
          </p:nvPr>
        </p:nvSpPr>
        <p:spPr>
          <a:xfrm>
            <a:off x="2085025" y="1564950"/>
            <a:ext cx="41583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9" name="Google Shape;39;p3"/>
          <p:cNvSpPr txBox="1">
            <a:spLocks noGrp="1"/>
          </p:cNvSpPr>
          <p:nvPr>
            <p:ph type="title" idx="2" hasCustomPrompt="1"/>
          </p:nvPr>
        </p:nvSpPr>
        <p:spPr>
          <a:xfrm>
            <a:off x="1050075" y="1564950"/>
            <a:ext cx="969000" cy="151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4100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grpSp>
        <p:nvGrpSpPr>
          <p:cNvPr id="40" name="Google Shape;40;p3"/>
          <p:cNvGrpSpPr/>
          <p:nvPr/>
        </p:nvGrpSpPr>
        <p:grpSpPr>
          <a:xfrm>
            <a:off x="-10" y="-2237114"/>
            <a:ext cx="9822707" cy="9720614"/>
            <a:chOff x="-10" y="-2237114"/>
            <a:chExt cx="9822707" cy="9720614"/>
          </a:xfrm>
        </p:grpSpPr>
        <p:sp>
          <p:nvSpPr>
            <p:cNvPr id="41" name="Google Shape;41;p3"/>
            <p:cNvSpPr/>
            <p:nvPr/>
          </p:nvSpPr>
          <p:spPr>
            <a:xfrm rot="10800000">
              <a:off x="4707290" y="-2237114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-10" y="4465961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 flipH="1">
            <a:off x="-1344315" y="539496"/>
            <a:ext cx="3074607" cy="453954"/>
            <a:chOff x="5478797" y="847321"/>
            <a:chExt cx="3074607" cy="453954"/>
          </a:xfrm>
        </p:grpSpPr>
        <p:grpSp>
          <p:nvGrpSpPr>
            <p:cNvPr id="44" name="Google Shape;44;p3"/>
            <p:cNvGrpSpPr/>
            <p:nvPr/>
          </p:nvGrpSpPr>
          <p:grpSpPr>
            <a:xfrm flipH="1">
              <a:off x="5675409" y="922405"/>
              <a:ext cx="2877996" cy="223763"/>
              <a:chOff x="1687059" y="2012316"/>
              <a:chExt cx="3573375" cy="277863"/>
            </a:xfrm>
          </p:grpSpPr>
          <p:sp>
            <p:nvSpPr>
              <p:cNvPr id="45" name="Google Shape;45;p3"/>
              <p:cNvSpPr/>
              <p:nvPr/>
            </p:nvSpPr>
            <p:spPr>
              <a:xfrm>
                <a:off x="1687059" y="2012316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6" name="Google Shape;46;p3"/>
              <p:cNvSpPr/>
              <p:nvPr/>
            </p:nvSpPr>
            <p:spPr>
              <a:xfrm>
                <a:off x="5203734" y="2233479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" name="Google Shape;47;p3"/>
            <p:cNvGrpSpPr/>
            <p:nvPr/>
          </p:nvGrpSpPr>
          <p:grpSpPr>
            <a:xfrm flipH="1">
              <a:off x="5478797" y="1255615"/>
              <a:ext cx="3010303" cy="45661"/>
              <a:chOff x="1766900" y="2869225"/>
              <a:chExt cx="3737650" cy="56700"/>
            </a:xfrm>
          </p:grpSpPr>
          <p:cxnSp>
            <p:nvCxnSpPr>
              <p:cNvPr id="48" name="Google Shape;48;p3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9" name="Google Shape;49;p3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" name="Google Shape;50;p3"/>
            <p:cNvGrpSpPr/>
            <p:nvPr/>
          </p:nvGrpSpPr>
          <p:grpSpPr>
            <a:xfrm flipH="1">
              <a:off x="6072799" y="847321"/>
              <a:ext cx="2430997" cy="185534"/>
              <a:chOff x="1748547" y="1392116"/>
              <a:chExt cx="5911958" cy="451312"/>
            </a:xfrm>
          </p:grpSpPr>
          <p:sp>
            <p:nvSpPr>
              <p:cNvPr id="51" name="Google Shape;51;p3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3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TW" altLang="en-US"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7"/>
          <p:cNvSpPr txBox="1">
            <a:spLocks noGrp="1"/>
          </p:cNvSpPr>
          <p:nvPr>
            <p:ph type="subTitle" idx="1"/>
          </p:nvPr>
        </p:nvSpPr>
        <p:spPr>
          <a:xfrm>
            <a:off x="1039274" y="1747188"/>
            <a:ext cx="30570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15" name="Google Shape;115;p7"/>
          <p:cNvSpPr>
            <a:spLocks noGrp="1"/>
          </p:cNvSpPr>
          <p:nvPr>
            <p:ph type="pic" idx="2"/>
          </p:nvPr>
        </p:nvSpPr>
        <p:spPr>
          <a:xfrm>
            <a:off x="4393774" y="1379588"/>
            <a:ext cx="3903300" cy="3033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6" name="Google Shape;116;p7"/>
          <p:cNvSpPr/>
          <p:nvPr/>
        </p:nvSpPr>
        <p:spPr>
          <a:xfrm>
            <a:off x="-1098862" y="4604011"/>
            <a:ext cx="5115407" cy="3017539"/>
          </a:xfrm>
          <a:custGeom>
            <a:avLst/>
            <a:gdLst/>
            <a:ahLst/>
            <a:cxnLst/>
            <a:rect l="l" t="t" r="r" b="b"/>
            <a:pathLst>
              <a:path w="111617" h="65842" extrusionOk="0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rgbClr val="000000">
              <a:alpha val="87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7"/>
          <p:cNvSpPr/>
          <p:nvPr/>
        </p:nvSpPr>
        <p:spPr>
          <a:xfrm rot="10800000" flipH="1">
            <a:off x="-1594613" y="-603810"/>
            <a:ext cx="3247250" cy="1698710"/>
          </a:xfrm>
          <a:custGeom>
            <a:avLst/>
            <a:gdLst/>
            <a:ahLst/>
            <a:cxnLst/>
            <a:rect l="l" t="t" r="r" b="b"/>
            <a:pathLst>
              <a:path w="64958" h="33981" extrusionOk="0">
                <a:moveTo>
                  <a:pt x="1" y="0"/>
                </a:moveTo>
                <a:lnTo>
                  <a:pt x="1" y="33831"/>
                </a:lnTo>
                <a:lnTo>
                  <a:pt x="64957" y="33980"/>
                </a:lnTo>
                <a:lnTo>
                  <a:pt x="64957" y="33980"/>
                </a:lnTo>
                <a:lnTo>
                  <a:pt x="30991" y="0"/>
                </a:lnTo>
                <a:close/>
              </a:path>
            </a:pathLst>
          </a:custGeom>
          <a:solidFill>
            <a:srgbClr val="000000">
              <a:alpha val="137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8" name="Google Shape;118;p7"/>
          <p:cNvGrpSpPr/>
          <p:nvPr/>
        </p:nvGrpSpPr>
        <p:grpSpPr>
          <a:xfrm>
            <a:off x="645846" y="7"/>
            <a:ext cx="7230373" cy="5143500"/>
            <a:chOff x="645846" y="7"/>
            <a:chExt cx="7230373" cy="5143500"/>
          </a:xfrm>
        </p:grpSpPr>
        <p:sp>
          <p:nvSpPr>
            <p:cNvPr id="119" name="Google Shape;119;p7"/>
            <p:cNvSpPr/>
            <p:nvPr/>
          </p:nvSpPr>
          <p:spPr>
            <a:xfrm rot="10800000">
              <a:off x="6457967" y="7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7"/>
            <p:cNvSpPr/>
            <p:nvPr/>
          </p:nvSpPr>
          <p:spPr>
            <a:xfrm rot="10800000">
              <a:off x="645846" y="4959976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" name="Google Shape;121;p7"/>
          <p:cNvGrpSpPr/>
          <p:nvPr/>
        </p:nvGrpSpPr>
        <p:grpSpPr>
          <a:xfrm>
            <a:off x="-1510053" y="314652"/>
            <a:ext cx="3296400" cy="703085"/>
            <a:chOff x="-12" y="3628590"/>
            <a:chExt cx="3296400" cy="703085"/>
          </a:xfrm>
        </p:grpSpPr>
        <p:grpSp>
          <p:nvGrpSpPr>
            <p:cNvPr id="122" name="Google Shape;122;p7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123" name="Google Shape;123;p7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24" name="Google Shape;124;p7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5" name="Google Shape;125;p7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126" name="Google Shape;126;p7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27" name="Google Shape;127;p7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8" name="Google Shape;128;p7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129" name="Google Shape;129;p7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30" name="Google Shape;130;p7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1" name="Google Shape;131;p7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132" name="Google Shape;132;p7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33" name="Google Shape;133;p7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4" name="Google Shape;134;p7"/>
          <p:cNvGrpSpPr/>
          <p:nvPr/>
        </p:nvGrpSpPr>
        <p:grpSpPr>
          <a:xfrm>
            <a:off x="-1510039" y="-1589006"/>
            <a:ext cx="11920665" cy="7774731"/>
            <a:chOff x="-1510039" y="-1589006"/>
            <a:chExt cx="11920665" cy="7774731"/>
          </a:xfrm>
        </p:grpSpPr>
        <p:sp>
          <p:nvSpPr>
            <p:cNvPr id="135" name="Google Shape;135;p7"/>
            <p:cNvSpPr/>
            <p:nvPr/>
          </p:nvSpPr>
          <p:spPr>
            <a:xfrm rot="10800000">
              <a:off x="6802328" y="-1589006"/>
              <a:ext cx="3608299" cy="2128507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7"/>
            <p:cNvSpPr/>
            <p:nvPr/>
          </p:nvSpPr>
          <p:spPr>
            <a:xfrm>
              <a:off x="-1510039" y="4316600"/>
              <a:ext cx="3573015" cy="1869125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p8"/>
          <p:cNvGrpSpPr/>
          <p:nvPr/>
        </p:nvGrpSpPr>
        <p:grpSpPr>
          <a:xfrm>
            <a:off x="-10" y="-1009617"/>
            <a:ext cx="9640083" cy="7443072"/>
            <a:chOff x="-10" y="-1009617"/>
            <a:chExt cx="9640083" cy="7443072"/>
          </a:xfrm>
        </p:grpSpPr>
        <p:sp>
          <p:nvSpPr>
            <p:cNvPr id="139" name="Google Shape;139;p8"/>
            <p:cNvSpPr/>
            <p:nvPr/>
          </p:nvSpPr>
          <p:spPr>
            <a:xfrm rot="10800000">
              <a:off x="6119674" y="-1009617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8"/>
            <p:cNvSpPr/>
            <p:nvPr/>
          </p:nvSpPr>
          <p:spPr>
            <a:xfrm rot="10800000" flipH="1">
              <a:off x="0" y="-82735"/>
              <a:ext cx="2227897" cy="1165463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8"/>
            <p:cNvSpPr/>
            <p:nvPr/>
          </p:nvSpPr>
          <p:spPr>
            <a:xfrm flipH="1">
              <a:off x="-10" y="4522059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" name="Google Shape;142;p8"/>
          <p:cNvGrpSpPr/>
          <p:nvPr/>
        </p:nvGrpSpPr>
        <p:grpSpPr>
          <a:xfrm>
            <a:off x="2503206" y="5"/>
            <a:ext cx="7007334" cy="4699016"/>
            <a:chOff x="2503206" y="5"/>
            <a:chExt cx="7007334" cy="4699016"/>
          </a:xfrm>
        </p:grpSpPr>
        <p:grpSp>
          <p:nvGrpSpPr>
            <p:cNvPr id="143" name="Google Shape;143;p8"/>
            <p:cNvGrpSpPr/>
            <p:nvPr/>
          </p:nvGrpSpPr>
          <p:grpSpPr>
            <a:xfrm>
              <a:off x="2503206" y="5"/>
              <a:ext cx="5597879" cy="4699016"/>
              <a:chOff x="2503206" y="5"/>
              <a:chExt cx="5597879" cy="4699016"/>
            </a:xfrm>
          </p:grpSpPr>
          <p:sp>
            <p:nvSpPr>
              <p:cNvPr id="144" name="Google Shape;144;p8"/>
              <p:cNvSpPr/>
              <p:nvPr/>
            </p:nvSpPr>
            <p:spPr>
              <a:xfrm flipH="1">
                <a:off x="2503206" y="5"/>
                <a:ext cx="1006784" cy="183531"/>
              </a:xfrm>
              <a:custGeom>
                <a:avLst/>
                <a:gdLst/>
                <a:ahLst/>
                <a:cxnLst/>
                <a:rect l="l" t="t" r="r" b="b"/>
                <a:pathLst>
                  <a:path w="15848" h="2889" extrusionOk="0">
                    <a:moveTo>
                      <a:pt x="0" y="0"/>
                    </a:moveTo>
                    <a:lnTo>
                      <a:pt x="2889" y="2889"/>
                    </a:lnTo>
                    <a:lnTo>
                      <a:pt x="15847" y="2889"/>
                    </a:lnTo>
                    <a:lnTo>
                      <a:pt x="129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8"/>
              <p:cNvSpPr/>
              <p:nvPr/>
            </p:nvSpPr>
            <p:spPr>
              <a:xfrm flipH="1">
                <a:off x="6868745" y="4467026"/>
                <a:ext cx="1232340" cy="231995"/>
              </a:xfrm>
              <a:custGeom>
                <a:avLst/>
                <a:gdLst/>
                <a:ahLst/>
                <a:cxnLst/>
                <a:rect l="l" t="t" r="r" b="b"/>
                <a:pathLst>
                  <a:path w="22325" h="4203" extrusionOk="0">
                    <a:moveTo>
                      <a:pt x="0" y="0"/>
                    </a:moveTo>
                    <a:lnTo>
                      <a:pt x="4191" y="4191"/>
                    </a:lnTo>
                    <a:lnTo>
                      <a:pt x="22325" y="4202"/>
                    </a:lnTo>
                    <a:lnTo>
                      <a:pt x="1813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" name="Google Shape;146;p8"/>
            <p:cNvGrpSpPr/>
            <p:nvPr/>
          </p:nvGrpSpPr>
          <p:grpSpPr>
            <a:xfrm>
              <a:off x="7937781" y="5"/>
              <a:ext cx="1572759" cy="183531"/>
              <a:chOff x="7937781" y="5"/>
              <a:chExt cx="1572759" cy="183531"/>
            </a:xfrm>
          </p:grpSpPr>
          <p:sp>
            <p:nvSpPr>
              <p:cNvPr id="147" name="Google Shape;147;p8"/>
              <p:cNvSpPr/>
              <p:nvPr/>
            </p:nvSpPr>
            <p:spPr>
              <a:xfrm>
                <a:off x="8503756" y="5"/>
                <a:ext cx="1006784" cy="183531"/>
              </a:xfrm>
              <a:custGeom>
                <a:avLst/>
                <a:gdLst/>
                <a:ahLst/>
                <a:cxnLst/>
                <a:rect l="l" t="t" r="r" b="b"/>
                <a:pathLst>
                  <a:path w="15848" h="2889" extrusionOk="0">
                    <a:moveTo>
                      <a:pt x="0" y="0"/>
                    </a:moveTo>
                    <a:lnTo>
                      <a:pt x="2889" y="2889"/>
                    </a:lnTo>
                    <a:lnTo>
                      <a:pt x="15847" y="2889"/>
                    </a:lnTo>
                    <a:lnTo>
                      <a:pt x="129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8"/>
              <p:cNvSpPr/>
              <p:nvPr/>
            </p:nvSpPr>
            <p:spPr>
              <a:xfrm>
                <a:off x="7937781" y="5"/>
                <a:ext cx="1006784" cy="183531"/>
              </a:xfrm>
              <a:custGeom>
                <a:avLst/>
                <a:gdLst/>
                <a:ahLst/>
                <a:cxnLst/>
                <a:rect l="l" t="t" r="r" b="b"/>
                <a:pathLst>
                  <a:path w="15848" h="2889" extrusionOk="0">
                    <a:moveTo>
                      <a:pt x="0" y="0"/>
                    </a:moveTo>
                    <a:lnTo>
                      <a:pt x="2889" y="2889"/>
                    </a:lnTo>
                    <a:lnTo>
                      <a:pt x="15847" y="2889"/>
                    </a:lnTo>
                    <a:lnTo>
                      <a:pt x="1295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9" name="Google Shape;149;p8"/>
          <p:cNvGrpSpPr/>
          <p:nvPr/>
        </p:nvGrpSpPr>
        <p:grpSpPr>
          <a:xfrm>
            <a:off x="-1320285" y="-2292139"/>
            <a:ext cx="12455532" cy="9684964"/>
            <a:chOff x="-1320285" y="-2292139"/>
            <a:chExt cx="12455532" cy="9684964"/>
          </a:xfrm>
        </p:grpSpPr>
        <p:sp>
          <p:nvSpPr>
            <p:cNvPr id="150" name="Google Shape;150;p8"/>
            <p:cNvSpPr/>
            <p:nvPr/>
          </p:nvSpPr>
          <p:spPr>
            <a:xfrm flipH="1">
              <a:off x="6019840" y="4375286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8"/>
            <p:cNvSpPr/>
            <p:nvPr/>
          </p:nvSpPr>
          <p:spPr>
            <a:xfrm rot="10800000" flipH="1">
              <a:off x="-1320285" y="-2292139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8"/>
            <p:cNvSpPr/>
            <p:nvPr/>
          </p:nvSpPr>
          <p:spPr>
            <a:xfrm>
              <a:off x="-432453" y="4992033"/>
              <a:ext cx="3520400" cy="2076657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3" name="Google Shape;153;p8"/>
          <p:cNvSpPr txBox="1">
            <a:spLocks noGrp="1"/>
          </p:cNvSpPr>
          <p:nvPr>
            <p:ph type="title"/>
          </p:nvPr>
        </p:nvSpPr>
        <p:spPr>
          <a:xfrm>
            <a:off x="1768550" y="1636650"/>
            <a:ext cx="5607000" cy="187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54" name="Google Shape;154;p8"/>
          <p:cNvGrpSpPr/>
          <p:nvPr/>
        </p:nvGrpSpPr>
        <p:grpSpPr>
          <a:xfrm>
            <a:off x="-1892403" y="831971"/>
            <a:ext cx="12928869" cy="3635055"/>
            <a:chOff x="-1892403" y="831971"/>
            <a:chExt cx="12928869" cy="3635055"/>
          </a:xfrm>
        </p:grpSpPr>
        <p:grpSp>
          <p:nvGrpSpPr>
            <p:cNvPr id="155" name="Google Shape;155;p8"/>
            <p:cNvGrpSpPr/>
            <p:nvPr/>
          </p:nvGrpSpPr>
          <p:grpSpPr>
            <a:xfrm flipH="1">
              <a:off x="7436679" y="831971"/>
              <a:ext cx="3599787" cy="1044104"/>
              <a:chOff x="-1431671" y="656496"/>
              <a:chExt cx="3599787" cy="1044104"/>
            </a:xfrm>
          </p:grpSpPr>
          <p:grpSp>
            <p:nvGrpSpPr>
              <p:cNvPr id="156" name="Google Shape;156;p8"/>
              <p:cNvGrpSpPr/>
              <p:nvPr/>
            </p:nvGrpSpPr>
            <p:grpSpPr>
              <a:xfrm>
                <a:off x="-368508" y="1432892"/>
                <a:ext cx="1567047" cy="45661"/>
                <a:chOff x="1754675" y="2661275"/>
                <a:chExt cx="1945675" cy="56700"/>
              </a:xfrm>
            </p:grpSpPr>
            <p:cxnSp>
              <p:nvCxnSpPr>
                <p:cNvPr id="157" name="Google Shape;157;p8"/>
                <p:cNvCxnSpPr/>
                <p:nvPr/>
              </p:nvCxnSpPr>
              <p:spPr>
                <a:xfrm>
                  <a:off x="1754675" y="2689625"/>
                  <a:ext cx="1896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58" name="Google Shape;158;p8"/>
                <p:cNvSpPr/>
                <p:nvPr/>
              </p:nvSpPr>
              <p:spPr>
                <a:xfrm>
                  <a:off x="3643650" y="2661275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9" name="Google Shape;159;p8"/>
              <p:cNvGrpSpPr/>
              <p:nvPr/>
            </p:nvGrpSpPr>
            <p:grpSpPr>
              <a:xfrm>
                <a:off x="-766480" y="1564412"/>
                <a:ext cx="1561280" cy="136187"/>
                <a:chOff x="1754675" y="2824000"/>
                <a:chExt cx="4728285" cy="412439"/>
              </a:xfrm>
            </p:grpSpPr>
            <p:sp>
              <p:nvSpPr>
                <p:cNvPr id="160" name="Google Shape;160;p8"/>
                <p:cNvSpPr/>
                <p:nvPr/>
              </p:nvSpPr>
              <p:spPr>
                <a:xfrm>
                  <a:off x="1754675" y="2824000"/>
                  <a:ext cx="4593868" cy="35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550" h="5994" extrusionOk="0">
                      <a:moveTo>
                        <a:pt x="0" y="0"/>
                      </a:moveTo>
                      <a:lnTo>
                        <a:pt x="59202" y="0"/>
                      </a:lnTo>
                      <a:lnTo>
                        <a:pt x="65196" y="5994"/>
                      </a:lnTo>
                      <a:lnTo>
                        <a:pt x="77550" y="5994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161" name="Google Shape;161;p8"/>
                <p:cNvSpPr/>
                <p:nvPr/>
              </p:nvSpPr>
              <p:spPr>
                <a:xfrm>
                  <a:off x="6348560" y="3102039"/>
                  <a:ext cx="134400" cy="1344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62" name="Google Shape;162;p8"/>
              <p:cNvGrpSpPr/>
              <p:nvPr/>
            </p:nvGrpSpPr>
            <p:grpSpPr>
              <a:xfrm>
                <a:off x="-1431671" y="1201087"/>
                <a:ext cx="3070084" cy="102364"/>
                <a:chOff x="1779150" y="2604263"/>
                <a:chExt cx="3811875" cy="127113"/>
              </a:xfrm>
            </p:grpSpPr>
            <p:sp>
              <p:nvSpPr>
                <p:cNvPr id="163" name="Google Shape;163;p8"/>
                <p:cNvSpPr/>
                <p:nvPr/>
              </p:nvSpPr>
              <p:spPr>
                <a:xfrm>
                  <a:off x="1779150" y="2630450"/>
                  <a:ext cx="3755175" cy="10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07" h="4037" extrusionOk="0">
                      <a:moveTo>
                        <a:pt x="0" y="4037"/>
                      </a:moveTo>
                      <a:lnTo>
                        <a:pt x="83176" y="4037"/>
                      </a:lnTo>
                      <a:lnTo>
                        <a:pt x="87213" y="0"/>
                      </a:lnTo>
                      <a:lnTo>
                        <a:pt x="150207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164" name="Google Shape;164;p8"/>
                <p:cNvSpPr/>
                <p:nvPr/>
              </p:nvSpPr>
              <p:spPr>
                <a:xfrm>
                  <a:off x="5534325" y="2604263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65" name="Google Shape;165;p8"/>
              <p:cNvGrpSpPr/>
              <p:nvPr/>
            </p:nvGrpSpPr>
            <p:grpSpPr>
              <a:xfrm>
                <a:off x="-856941" y="773805"/>
                <a:ext cx="2877996" cy="223763"/>
                <a:chOff x="1748550" y="2064750"/>
                <a:chExt cx="3573375" cy="277863"/>
              </a:xfrm>
            </p:grpSpPr>
            <p:sp>
              <p:nvSpPr>
                <p:cNvPr id="166" name="Google Shape;166;p8"/>
                <p:cNvSpPr/>
                <p:nvPr/>
              </p:nvSpPr>
              <p:spPr>
                <a:xfrm>
                  <a:off x="1748550" y="2064750"/>
                  <a:ext cx="3516675" cy="25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667" h="10153" extrusionOk="0">
                      <a:moveTo>
                        <a:pt x="0" y="0"/>
                      </a:moveTo>
                      <a:lnTo>
                        <a:pt x="67520" y="0"/>
                      </a:lnTo>
                      <a:lnTo>
                        <a:pt x="77673" y="10153"/>
                      </a:lnTo>
                      <a:lnTo>
                        <a:pt x="140667" y="10153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167" name="Google Shape;167;p8"/>
                <p:cNvSpPr/>
                <p:nvPr/>
              </p:nvSpPr>
              <p:spPr>
                <a:xfrm>
                  <a:off x="5265225" y="2285913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68" name="Google Shape;168;p8"/>
              <p:cNvGrpSpPr/>
              <p:nvPr/>
            </p:nvGrpSpPr>
            <p:grpSpPr>
              <a:xfrm>
                <a:off x="-856882" y="656496"/>
                <a:ext cx="2430997" cy="185534"/>
                <a:chOff x="1748547" y="1392116"/>
                <a:chExt cx="5911958" cy="451312"/>
              </a:xfrm>
            </p:grpSpPr>
            <p:sp>
              <p:nvSpPr>
                <p:cNvPr id="169" name="Google Shape;169;p8"/>
                <p:cNvSpPr/>
                <p:nvPr/>
              </p:nvSpPr>
              <p:spPr>
                <a:xfrm>
                  <a:off x="1748547" y="1392116"/>
                  <a:ext cx="5793758" cy="3955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66" h="7583" extrusionOk="0">
                      <a:moveTo>
                        <a:pt x="0" y="0"/>
                      </a:moveTo>
                      <a:lnTo>
                        <a:pt x="79263" y="0"/>
                      </a:lnTo>
                      <a:lnTo>
                        <a:pt x="86847" y="7583"/>
                      </a:lnTo>
                      <a:lnTo>
                        <a:pt x="111066" y="7583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170" name="Google Shape;170;p8"/>
                <p:cNvSpPr/>
                <p:nvPr/>
              </p:nvSpPr>
              <p:spPr>
                <a:xfrm>
                  <a:off x="7542305" y="1725228"/>
                  <a:ext cx="118200" cy="1182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71" name="Google Shape;171;p8"/>
              <p:cNvGrpSpPr/>
              <p:nvPr/>
            </p:nvGrpSpPr>
            <p:grpSpPr>
              <a:xfrm>
                <a:off x="-842187" y="1064790"/>
                <a:ext cx="3010303" cy="45661"/>
                <a:chOff x="1766900" y="2869225"/>
                <a:chExt cx="3737650" cy="56700"/>
              </a:xfrm>
            </p:grpSpPr>
            <p:cxnSp>
              <p:nvCxnSpPr>
                <p:cNvPr id="172" name="Google Shape;172;p8"/>
                <p:cNvCxnSpPr/>
                <p:nvPr/>
              </p:nvCxnSpPr>
              <p:spPr>
                <a:xfrm>
                  <a:off x="1766900" y="2897575"/>
                  <a:ext cx="36879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73" name="Google Shape;173;p8"/>
                <p:cNvSpPr/>
                <p:nvPr/>
              </p:nvSpPr>
              <p:spPr>
                <a:xfrm>
                  <a:off x="5447850" y="2869225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74" name="Google Shape;174;p8"/>
            <p:cNvGrpSpPr/>
            <p:nvPr/>
          </p:nvGrpSpPr>
          <p:grpSpPr>
            <a:xfrm>
              <a:off x="-1892403" y="3926990"/>
              <a:ext cx="3427062" cy="540036"/>
              <a:chOff x="-1366378" y="3596340"/>
              <a:chExt cx="3427062" cy="540036"/>
            </a:xfrm>
          </p:grpSpPr>
          <p:grpSp>
            <p:nvGrpSpPr>
              <p:cNvPr id="175" name="Google Shape;175;p8"/>
              <p:cNvGrpSpPr/>
              <p:nvPr/>
            </p:nvGrpSpPr>
            <p:grpSpPr>
              <a:xfrm>
                <a:off x="-1366378" y="4034012"/>
                <a:ext cx="3070084" cy="102364"/>
                <a:chOff x="1779150" y="2604263"/>
                <a:chExt cx="3811875" cy="127113"/>
              </a:xfrm>
            </p:grpSpPr>
            <p:sp>
              <p:nvSpPr>
                <p:cNvPr id="176" name="Google Shape;176;p8"/>
                <p:cNvSpPr/>
                <p:nvPr/>
              </p:nvSpPr>
              <p:spPr>
                <a:xfrm>
                  <a:off x="1779150" y="2630450"/>
                  <a:ext cx="3755175" cy="10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07" h="4037" extrusionOk="0">
                      <a:moveTo>
                        <a:pt x="0" y="4037"/>
                      </a:moveTo>
                      <a:lnTo>
                        <a:pt x="83176" y="4037"/>
                      </a:lnTo>
                      <a:lnTo>
                        <a:pt x="87213" y="0"/>
                      </a:lnTo>
                      <a:lnTo>
                        <a:pt x="150207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177" name="Google Shape;177;p8"/>
                <p:cNvSpPr/>
                <p:nvPr/>
              </p:nvSpPr>
              <p:spPr>
                <a:xfrm>
                  <a:off x="5534325" y="2604263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78" name="Google Shape;178;p8"/>
              <p:cNvGrpSpPr/>
              <p:nvPr/>
            </p:nvGrpSpPr>
            <p:grpSpPr>
              <a:xfrm flipH="1">
                <a:off x="-949619" y="3596340"/>
                <a:ext cx="3010303" cy="380635"/>
                <a:chOff x="5446772" y="1743190"/>
                <a:chExt cx="3010303" cy="380635"/>
              </a:xfrm>
            </p:grpSpPr>
            <p:grpSp>
              <p:nvGrpSpPr>
                <p:cNvPr id="179" name="Google Shape;179;p8"/>
                <p:cNvGrpSpPr/>
                <p:nvPr/>
              </p:nvGrpSpPr>
              <p:grpSpPr>
                <a:xfrm flipH="1">
                  <a:off x="5898325" y="1865405"/>
                  <a:ext cx="1567047" cy="45661"/>
                  <a:chOff x="1754675" y="2661275"/>
                  <a:chExt cx="1945675" cy="56700"/>
                </a:xfrm>
              </p:grpSpPr>
              <p:cxnSp>
                <p:nvCxnSpPr>
                  <p:cNvPr id="180" name="Google Shape;180;p8"/>
                  <p:cNvCxnSpPr/>
                  <p:nvPr/>
                </p:nvCxnSpPr>
                <p:spPr>
                  <a:xfrm>
                    <a:off x="1754675" y="2689625"/>
                    <a:ext cx="1896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sp>
                <p:nvSpPr>
                  <p:cNvPr id="181" name="Google Shape;181;p8"/>
                  <p:cNvSpPr/>
                  <p:nvPr/>
                </p:nvSpPr>
                <p:spPr>
                  <a:xfrm>
                    <a:off x="3643650" y="2661275"/>
                    <a:ext cx="56700" cy="56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82" name="Google Shape;182;p8"/>
                <p:cNvGrpSpPr/>
                <p:nvPr/>
              </p:nvGrpSpPr>
              <p:grpSpPr>
                <a:xfrm flipH="1">
                  <a:off x="5477439" y="1987637"/>
                  <a:ext cx="1561280" cy="136187"/>
                  <a:chOff x="1754675" y="2824000"/>
                  <a:chExt cx="4728285" cy="412439"/>
                </a:xfrm>
              </p:grpSpPr>
              <p:sp>
                <p:nvSpPr>
                  <p:cNvPr id="183" name="Google Shape;183;p8"/>
                  <p:cNvSpPr/>
                  <p:nvPr/>
                </p:nvSpPr>
                <p:spPr>
                  <a:xfrm>
                    <a:off x="1754675" y="2824000"/>
                    <a:ext cx="4593868" cy="3551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7550" h="5994" extrusionOk="0">
                        <a:moveTo>
                          <a:pt x="0" y="0"/>
                        </a:moveTo>
                        <a:lnTo>
                          <a:pt x="59202" y="0"/>
                        </a:lnTo>
                        <a:lnTo>
                          <a:pt x="65196" y="5994"/>
                        </a:lnTo>
                        <a:lnTo>
                          <a:pt x="77550" y="5994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184" name="Google Shape;184;p8"/>
                  <p:cNvSpPr/>
                  <p:nvPr/>
                </p:nvSpPr>
                <p:spPr>
                  <a:xfrm>
                    <a:off x="6348560" y="3102039"/>
                    <a:ext cx="134400" cy="1344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85" name="Google Shape;185;p8"/>
                <p:cNvGrpSpPr/>
                <p:nvPr/>
              </p:nvGrpSpPr>
              <p:grpSpPr>
                <a:xfrm flipH="1">
                  <a:off x="5446772" y="1743190"/>
                  <a:ext cx="3010303" cy="45661"/>
                  <a:chOff x="1766900" y="2869225"/>
                  <a:chExt cx="3737650" cy="56700"/>
                </a:xfrm>
              </p:grpSpPr>
              <p:cxnSp>
                <p:nvCxnSpPr>
                  <p:cNvPr id="186" name="Google Shape;186;p8"/>
                  <p:cNvCxnSpPr/>
                  <p:nvPr/>
                </p:nvCxnSpPr>
                <p:spPr>
                  <a:xfrm>
                    <a:off x="1766900" y="2897575"/>
                    <a:ext cx="36879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sp>
                <p:nvSpPr>
                  <p:cNvPr id="187" name="Google Shape;187;p8"/>
                  <p:cNvSpPr/>
                  <p:nvPr/>
                </p:nvSpPr>
                <p:spPr>
                  <a:xfrm>
                    <a:off x="5447850" y="2869225"/>
                    <a:ext cx="56700" cy="567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oogle Shape;233;p13"/>
          <p:cNvGrpSpPr/>
          <p:nvPr/>
        </p:nvGrpSpPr>
        <p:grpSpPr>
          <a:xfrm>
            <a:off x="-150966" y="-1569997"/>
            <a:ext cx="9294978" cy="8009776"/>
            <a:chOff x="-150966" y="-1569997"/>
            <a:chExt cx="9294978" cy="8009776"/>
          </a:xfrm>
        </p:grpSpPr>
        <p:sp>
          <p:nvSpPr>
            <p:cNvPr id="234" name="Google Shape;234;p13"/>
            <p:cNvSpPr/>
            <p:nvPr/>
          </p:nvSpPr>
          <p:spPr>
            <a:xfrm flipH="1">
              <a:off x="-150966" y="4528383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3"/>
            <p:cNvSpPr/>
            <p:nvPr/>
          </p:nvSpPr>
          <p:spPr>
            <a:xfrm rot="10800000">
              <a:off x="5623599" y="-1569997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6" name="Google Shape;236;p13"/>
          <p:cNvSpPr txBox="1">
            <a:spLocks noGrp="1"/>
          </p:cNvSpPr>
          <p:nvPr>
            <p:ph type="subTitle" idx="1"/>
          </p:nvPr>
        </p:nvSpPr>
        <p:spPr>
          <a:xfrm>
            <a:off x="1024750" y="3241688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237" name="Google Shape;237;p13"/>
          <p:cNvSpPr txBox="1">
            <a:spLocks noGrp="1"/>
          </p:cNvSpPr>
          <p:nvPr>
            <p:ph type="subTitle" idx="2"/>
          </p:nvPr>
        </p:nvSpPr>
        <p:spPr>
          <a:xfrm>
            <a:off x="3419221" y="3241688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238" name="Google Shape;238;p13"/>
          <p:cNvSpPr txBox="1">
            <a:spLocks noGrp="1"/>
          </p:cNvSpPr>
          <p:nvPr>
            <p:ph type="subTitle" idx="3"/>
          </p:nvPr>
        </p:nvSpPr>
        <p:spPr>
          <a:xfrm>
            <a:off x="5813699" y="3241688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239" name="Google Shape;239;p13"/>
          <p:cNvSpPr txBox="1">
            <a:spLocks noGrp="1"/>
          </p:cNvSpPr>
          <p:nvPr>
            <p:ph type="subTitle" idx="4"/>
          </p:nvPr>
        </p:nvSpPr>
        <p:spPr>
          <a:xfrm>
            <a:off x="1024750" y="179616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240" name="Google Shape;240;p13"/>
          <p:cNvSpPr txBox="1">
            <a:spLocks noGrp="1"/>
          </p:cNvSpPr>
          <p:nvPr>
            <p:ph type="subTitle" idx="5"/>
          </p:nvPr>
        </p:nvSpPr>
        <p:spPr>
          <a:xfrm>
            <a:off x="3419221" y="179616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241" name="Google Shape;241;p13"/>
          <p:cNvSpPr txBox="1">
            <a:spLocks noGrp="1"/>
          </p:cNvSpPr>
          <p:nvPr>
            <p:ph type="subTitle" idx="6"/>
          </p:nvPr>
        </p:nvSpPr>
        <p:spPr>
          <a:xfrm>
            <a:off x="5813699" y="179616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grpSp>
        <p:nvGrpSpPr>
          <p:cNvPr id="242" name="Google Shape;242;p13"/>
          <p:cNvGrpSpPr/>
          <p:nvPr/>
        </p:nvGrpSpPr>
        <p:grpSpPr>
          <a:xfrm rot="10800000">
            <a:off x="-2096303" y="3730190"/>
            <a:ext cx="3010303" cy="380635"/>
            <a:chOff x="5446772" y="1743190"/>
            <a:chExt cx="3010303" cy="380635"/>
          </a:xfrm>
        </p:grpSpPr>
        <p:grpSp>
          <p:nvGrpSpPr>
            <p:cNvPr id="243" name="Google Shape;243;p13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244" name="Google Shape;244;p13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45" name="Google Shape;245;p13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6" name="Google Shape;246;p13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247" name="Google Shape;247;p13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48" name="Google Shape;248;p13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9" name="Google Shape;249;p13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250" name="Google Shape;250;p13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1" name="Google Shape;251;p13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52" name="Google Shape;252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13"/>
          <p:cNvSpPr txBox="1">
            <a:spLocks noGrp="1"/>
          </p:cNvSpPr>
          <p:nvPr>
            <p:ph type="title" idx="7" hasCustomPrompt="1"/>
          </p:nvPr>
        </p:nvSpPr>
        <p:spPr>
          <a:xfrm>
            <a:off x="1450150" y="1229150"/>
            <a:ext cx="567000" cy="567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4" name="Google Shape;254;p13"/>
          <p:cNvSpPr txBox="1">
            <a:spLocks noGrp="1"/>
          </p:cNvSpPr>
          <p:nvPr>
            <p:ph type="title" idx="8" hasCustomPrompt="1"/>
          </p:nvPr>
        </p:nvSpPr>
        <p:spPr>
          <a:xfrm>
            <a:off x="1450200" y="2674700"/>
            <a:ext cx="567000" cy="567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5" name="Google Shape;255;p13"/>
          <p:cNvSpPr txBox="1">
            <a:spLocks noGrp="1"/>
          </p:cNvSpPr>
          <p:nvPr>
            <p:ph type="title" idx="9" hasCustomPrompt="1"/>
          </p:nvPr>
        </p:nvSpPr>
        <p:spPr>
          <a:xfrm>
            <a:off x="3844625" y="1229151"/>
            <a:ext cx="567000" cy="567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6" name="Google Shape;256;p13"/>
          <p:cNvSpPr txBox="1">
            <a:spLocks noGrp="1"/>
          </p:cNvSpPr>
          <p:nvPr>
            <p:ph type="title" idx="13" hasCustomPrompt="1"/>
          </p:nvPr>
        </p:nvSpPr>
        <p:spPr>
          <a:xfrm>
            <a:off x="3844625" y="2674699"/>
            <a:ext cx="567000" cy="567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7" name="Google Shape;257;p13"/>
          <p:cNvSpPr txBox="1">
            <a:spLocks noGrp="1"/>
          </p:cNvSpPr>
          <p:nvPr>
            <p:ph type="title" idx="14" hasCustomPrompt="1"/>
          </p:nvPr>
        </p:nvSpPr>
        <p:spPr>
          <a:xfrm>
            <a:off x="6239100" y="1229152"/>
            <a:ext cx="567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8" name="Google Shape;258;p13"/>
          <p:cNvSpPr txBox="1">
            <a:spLocks noGrp="1"/>
          </p:cNvSpPr>
          <p:nvPr>
            <p:ph type="title" idx="15" hasCustomPrompt="1"/>
          </p:nvPr>
        </p:nvSpPr>
        <p:spPr>
          <a:xfrm>
            <a:off x="6239100" y="2674703"/>
            <a:ext cx="567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9" name="Google Shape;259;p13"/>
          <p:cNvSpPr/>
          <p:nvPr/>
        </p:nvSpPr>
        <p:spPr>
          <a:xfrm rot="10800000">
            <a:off x="1316384" y="4901259"/>
            <a:ext cx="1418251" cy="267006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3"/>
          <p:cNvSpPr/>
          <p:nvPr/>
        </p:nvSpPr>
        <p:spPr>
          <a:xfrm flipH="1">
            <a:off x="-585437" y="4230050"/>
            <a:ext cx="2805272" cy="1537408"/>
          </a:xfrm>
          <a:custGeom>
            <a:avLst/>
            <a:gdLst/>
            <a:ahLst/>
            <a:cxnLst/>
            <a:rect l="l" t="t" r="r" b="b"/>
            <a:pathLst>
              <a:path w="87610" h="48014" extrusionOk="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10_1"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6" name="Google Shape;366;p19"/>
          <p:cNvGrpSpPr/>
          <p:nvPr/>
        </p:nvGrpSpPr>
        <p:grpSpPr>
          <a:xfrm>
            <a:off x="-1657830" y="-1821713"/>
            <a:ext cx="13368611" cy="9000374"/>
            <a:chOff x="-1657830" y="-1821713"/>
            <a:chExt cx="13368611" cy="9000374"/>
          </a:xfrm>
        </p:grpSpPr>
        <p:sp>
          <p:nvSpPr>
            <p:cNvPr id="367" name="Google Shape;367;p19"/>
            <p:cNvSpPr/>
            <p:nvPr/>
          </p:nvSpPr>
          <p:spPr>
            <a:xfrm flipH="1">
              <a:off x="-1657830" y="4429574"/>
              <a:ext cx="13368611" cy="2749087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9"/>
            <p:cNvSpPr/>
            <p:nvPr/>
          </p:nvSpPr>
          <p:spPr>
            <a:xfrm rot="10800000">
              <a:off x="6074499" y="-1821713"/>
              <a:ext cx="4016259" cy="2369160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9" name="Google Shape;369;p19"/>
          <p:cNvGrpSpPr/>
          <p:nvPr/>
        </p:nvGrpSpPr>
        <p:grpSpPr>
          <a:xfrm>
            <a:off x="-1296840" y="259346"/>
            <a:ext cx="11980094" cy="4549229"/>
            <a:chOff x="-1296840" y="259346"/>
            <a:chExt cx="11980094" cy="4549229"/>
          </a:xfrm>
        </p:grpSpPr>
        <p:grpSp>
          <p:nvGrpSpPr>
            <p:cNvPr id="370" name="Google Shape;370;p19"/>
            <p:cNvGrpSpPr/>
            <p:nvPr/>
          </p:nvGrpSpPr>
          <p:grpSpPr>
            <a:xfrm rot="10800000">
              <a:off x="-1296840" y="259346"/>
              <a:ext cx="3074607" cy="453954"/>
              <a:chOff x="5478797" y="847321"/>
              <a:chExt cx="3074607" cy="453954"/>
            </a:xfrm>
          </p:grpSpPr>
          <p:grpSp>
            <p:nvGrpSpPr>
              <p:cNvPr id="371" name="Google Shape;371;p19"/>
              <p:cNvGrpSpPr/>
              <p:nvPr/>
            </p:nvGrpSpPr>
            <p:grpSpPr>
              <a:xfrm flipH="1">
                <a:off x="5675409" y="922405"/>
                <a:ext cx="2877996" cy="223763"/>
                <a:chOff x="1687059" y="2012316"/>
                <a:chExt cx="3573375" cy="277863"/>
              </a:xfrm>
            </p:grpSpPr>
            <p:sp>
              <p:nvSpPr>
                <p:cNvPr id="372" name="Google Shape;372;p19"/>
                <p:cNvSpPr/>
                <p:nvPr/>
              </p:nvSpPr>
              <p:spPr>
                <a:xfrm>
                  <a:off x="1687059" y="2012316"/>
                  <a:ext cx="3516675" cy="25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667" h="10153" extrusionOk="0">
                      <a:moveTo>
                        <a:pt x="0" y="0"/>
                      </a:moveTo>
                      <a:lnTo>
                        <a:pt x="67520" y="0"/>
                      </a:lnTo>
                      <a:lnTo>
                        <a:pt x="77673" y="10153"/>
                      </a:lnTo>
                      <a:lnTo>
                        <a:pt x="140667" y="10153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373" name="Google Shape;373;p19"/>
                <p:cNvSpPr/>
                <p:nvPr/>
              </p:nvSpPr>
              <p:spPr>
                <a:xfrm>
                  <a:off x="5203734" y="2233479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74" name="Google Shape;374;p19"/>
              <p:cNvGrpSpPr/>
              <p:nvPr/>
            </p:nvGrpSpPr>
            <p:grpSpPr>
              <a:xfrm flipH="1">
                <a:off x="6072799" y="847321"/>
                <a:ext cx="2430997" cy="185534"/>
                <a:chOff x="1748547" y="1392116"/>
                <a:chExt cx="5911958" cy="451312"/>
              </a:xfrm>
            </p:grpSpPr>
            <p:sp>
              <p:nvSpPr>
                <p:cNvPr id="375" name="Google Shape;375;p19"/>
                <p:cNvSpPr/>
                <p:nvPr/>
              </p:nvSpPr>
              <p:spPr>
                <a:xfrm>
                  <a:off x="1748547" y="1392116"/>
                  <a:ext cx="5793758" cy="3955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66" h="7583" extrusionOk="0">
                      <a:moveTo>
                        <a:pt x="0" y="0"/>
                      </a:moveTo>
                      <a:lnTo>
                        <a:pt x="79263" y="0"/>
                      </a:lnTo>
                      <a:lnTo>
                        <a:pt x="86847" y="7583"/>
                      </a:lnTo>
                      <a:lnTo>
                        <a:pt x="111066" y="7583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376" name="Google Shape;376;p19"/>
                <p:cNvSpPr/>
                <p:nvPr/>
              </p:nvSpPr>
              <p:spPr>
                <a:xfrm>
                  <a:off x="7542305" y="1725228"/>
                  <a:ext cx="118200" cy="1182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77" name="Google Shape;377;p19"/>
              <p:cNvGrpSpPr/>
              <p:nvPr/>
            </p:nvGrpSpPr>
            <p:grpSpPr>
              <a:xfrm flipH="1">
                <a:off x="5478797" y="1255615"/>
                <a:ext cx="3010303" cy="45661"/>
                <a:chOff x="1766900" y="2869225"/>
                <a:chExt cx="3737650" cy="56700"/>
              </a:xfrm>
            </p:grpSpPr>
            <p:cxnSp>
              <p:nvCxnSpPr>
                <p:cNvPr id="378" name="Google Shape;378;p19"/>
                <p:cNvCxnSpPr/>
                <p:nvPr/>
              </p:nvCxnSpPr>
              <p:spPr>
                <a:xfrm>
                  <a:off x="1766900" y="2897575"/>
                  <a:ext cx="36879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79" name="Google Shape;379;p19"/>
                <p:cNvSpPr/>
                <p:nvPr/>
              </p:nvSpPr>
              <p:spPr>
                <a:xfrm>
                  <a:off x="5447850" y="2869225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80" name="Google Shape;380;p19"/>
            <p:cNvGrpSpPr/>
            <p:nvPr/>
          </p:nvGrpSpPr>
          <p:grpSpPr>
            <a:xfrm flipH="1">
              <a:off x="7083467" y="3764471"/>
              <a:ext cx="3599787" cy="1044104"/>
              <a:chOff x="-1431671" y="656496"/>
              <a:chExt cx="3599787" cy="1044104"/>
            </a:xfrm>
          </p:grpSpPr>
          <p:grpSp>
            <p:nvGrpSpPr>
              <p:cNvPr id="381" name="Google Shape;381;p19"/>
              <p:cNvGrpSpPr/>
              <p:nvPr/>
            </p:nvGrpSpPr>
            <p:grpSpPr>
              <a:xfrm>
                <a:off x="-368508" y="1432892"/>
                <a:ext cx="1567047" cy="45661"/>
                <a:chOff x="1754675" y="2661275"/>
                <a:chExt cx="1945675" cy="56700"/>
              </a:xfrm>
            </p:grpSpPr>
            <p:cxnSp>
              <p:nvCxnSpPr>
                <p:cNvPr id="382" name="Google Shape;382;p19"/>
                <p:cNvCxnSpPr/>
                <p:nvPr/>
              </p:nvCxnSpPr>
              <p:spPr>
                <a:xfrm>
                  <a:off x="1754675" y="2689625"/>
                  <a:ext cx="1896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83" name="Google Shape;383;p19"/>
                <p:cNvSpPr/>
                <p:nvPr/>
              </p:nvSpPr>
              <p:spPr>
                <a:xfrm>
                  <a:off x="3643650" y="2661275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4" name="Google Shape;384;p19"/>
              <p:cNvGrpSpPr/>
              <p:nvPr/>
            </p:nvGrpSpPr>
            <p:grpSpPr>
              <a:xfrm>
                <a:off x="-766480" y="1564412"/>
                <a:ext cx="1561280" cy="136187"/>
                <a:chOff x="1754675" y="2824000"/>
                <a:chExt cx="4728285" cy="412439"/>
              </a:xfrm>
            </p:grpSpPr>
            <p:sp>
              <p:nvSpPr>
                <p:cNvPr id="385" name="Google Shape;385;p19"/>
                <p:cNvSpPr/>
                <p:nvPr/>
              </p:nvSpPr>
              <p:spPr>
                <a:xfrm>
                  <a:off x="1754675" y="2824000"/>
                  <a:ext cx="4593868" cy="35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550" h="5994" extrusionOk="0">
                      <a:moveTo>
                        <a:pt x="0" y="0"/>
                      </a:moveTo>
                      <a:lnTo>
                        <a:pt x="59202" y="0"/>
                      </a:lnTo>
                      <a:lnTo>
                        <a:pt x="65196" y="5994"/>
                      </a:lnTo>
                      <a:lnTo>
                        <a:pt x="77550" y="5994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386" name="Google Shape;386;p19"/>
                <p:cNvSpPr/>
                <p:nvPr/>
              </p:nvSpPr>
              <p:spPr>
                <a:xfrm>
                  <a:off x="6348560" y="3102039"/>
                  <a:ext cx="134400" cy="1344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7" name="Google Shape;387;p19"/>
              <p:cNvGrpSpPr/>
              <p:nvPr/>
            </p:nvGrpSpPr>
            <p:grpSpPr>
              <a:xfrm>
                <a:off x="-1431671" y="1201087"/>
                <a:ext cx="3070084" cy="102364"/>
                <a:chOff x="1779150" y="2604263"/>
                <a:chExt cx="3811875" cy="127113"/>
              </a:xfrm>
            </p:grpSpPr>
            <p:sp>
              <p:nvSpPr>
                <p:cNvPr id="388" name="Google Shape;388;p19"/>
                <p:cNvSpPr/>
                <p:nvPr/>
              </p:nvSpPr>
              <p:spPr>
                <a:xfrm>
                  <a:off x="1779150" y="2630450"/>
                  <a:ext cx="3755175" cy="10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07" h="4037" extrusionOk="0">
                      <a:moveTo>
                        <a:pt x="0" y="4037"/>
                      </a:moveTo>
                      <a:lnTo>
                        <a:pt x="83176" y="4037"/>
                      </a:lnTo>
                      <a:lnTo>
                        <a:pt x="87213" y="0"/>
                      </a:lnTo>
                      <a:lnTo>
                        <a:pt x="150207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389" name="Google Shape;389;p19"/>
                <p:cNvSpPr/>
                <p:nvPr/>
              </p:nvSpPr>
              <p:spPr>
                <a:xfrm>
                  <a:off x="5534325" y="2604263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90" name="Google Shape;390;p19"/>
              <p:cNvGrpSpPr/>
              <p:nvPr/>
            </p:nvGrpSpPr>
            <p:grpSpPr>
              <a:xfrm>
                <a:off x="-856941" y="773805"/>
                <a:ext cx="2877996" cy="223763"/>
                <a:chOff x="1748550" y="2064750"/>
                <a:chExt cx="3573375" cy="277863"/>
              </a:xfrm>
            </p:grpSpPr>
            <p:sp>
              <p:nvSpPr>
                <p:cNvPr id="391" name="Google Shape;391;p19"/>
                <p:cNvSpPr/>
                <p:nvPr/>
              </p:nvSpPr>
              <p:spPr>
                <a:xfrm>
                  <a:off x="1748550" y="2064750"/>
                  <a:ext cx="3516675" cy="25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667" h="10153" extrusionOk="0">
                      <a:moveTo>
                        <a:pt x="0" y="0"/>
                      </a:moveTo>
                      <a:lnTo>
                        <a:pt x="67520" y="0"/>
                      </a:lnTo>
                      <a:lnTo>
                        <a:pt x="77673" y="10153"/>
                      </a:lnTo>
                      <a:lnTo>
                        <a:pt x="140667" y="10153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392" name="Google Shape;392;p19"/>
                <p:cNvSpPr/>
                <p:nvPr/>
              </p:nvSpPr>
              <p:spPr>
                <a:xfrm>
                  <a:off x="5265225" y="2285913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93" name="Google Shape;393;p19"/>
              <p:cNvGrpSpPr/>
              <p:nvPr/>
            </p:nvGrpSpPr>
            <p:grpSpPr>
              <a:xfrm>
                <a:off x="-856882" y="656496"/>
                <a:ext cx="2430997" cy="185534"/>
                <a:chOff x="1748547" y="1392116"/>
                <a:chExt cx="5911958" cy="451312"/>
              </a:xfrm>
            </p:grpSpPr>
            <p:sp>
              <p:nvSpPr>
                <p:cNvPr id="394" name="Google Shape;394;p19"/>
                <p:cNvSpPr/>
                <p:nvPr/>
              </p:nvSpPr>
              <p:spPr>
                <a:xfrm>
                  <a:off x="1748547" y="1392116"/>
                  <a:ext cx="5793758" cy="3955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066" h="7583" extrusionOk="0">
                      <a:moveTo>
                        <a:pt x="0" y="0"/>
                      </a:moveTo>
                      <a:lnTo>
                        <a:pt x="79263" y="0"/>
                      </a:lnTo>
                      <a:lnTo>
                        <a:pt x="86847" y="7583"/>
                      </a:lnTo>
                      <a:lnTo>
                        <a:pt x="111066" y="7583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395" name="Google Shape;395;p19"/>
                <p:cNvSpPr/>
                <p:nvPr/>
              </p:nvSpPr>
              <p:spPr>
                <a:xfrm>
                  <a:off x="7542305" y="1725228"/>
                  <a:ext cx="118200" cy="1182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96" name="Google Shape;396;p19"/>
              <p:cNvGrpSpPr/>
              <p:nvPr/>
            </p:nvGrpSpPr>
            <p:grpSpPr>
              <a:xfrm>
                <a:off x="-842187" y="1064790"/>
                <a:ext cx="3010303" cy="45661"/>
                <a:chOff x="1766900" y="2869225"/>
                <a:chExt cx="3737650" cy="56700"/>
              </a:xfrm>
            </p:grpSpPr>
            <p:cxnSp>
              <p:nvCxnSpPr>
                <p:cNvPr id="397" name="Google Shape;397;p19"/>
                <p:cNvCxnSpPr/>
                <p:nvPr/>
              </p:nvCxnSpPr>
              <p:spPr>
                <a:xfrm>
                  <a:off x="1766900" y="2897575"/>
                  <a:ext cx="36879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98" name="Google Shape;398;p19"/>
                <p:cNvSpPr/>
                <p:nvPr/>
              </p:nvSpPr>
              <p:spPr>
                <a:xfrm>
                  <a:off x="5447850" y="2869225"/>
                  <a:ext cx="56700" cy="567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399" name="Google Shape;399;p19"/>
          <p:cNvGrpSpPr/>
          <p:nvPr/>
        </p:nvGrpSpPr>
        <p:grpSpPr>
          <a:xfrm>
            <a:off x="-2546154" y="-635197"/>
            <a:ext cx="12379564" cy="6575223"/>
            <a:chOff x="-2546154" y="-635197"/>
            <a:chExt cx="12379564" cy="6575223"/>
          </a:xfrm>
        </p:grpSpPr>
        <p:sp>
          <p:nvSpPr>
            <p:cNvPr id="400" name="Google Shape;400;p19"/>
            <p:cNvSpPr/>
            <p:nvPr/>
          </p:nvSpPr>
          <p:spPr>
            <a:xfrm rot="10800000" flipH="1">
              <a:off x="7028137" y="-635197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1" name="Google Shape;401;p19"/>
            <p:cNvGrpSpPr/>
            <p:nvPr/>
          </p:nvGrpSpPr>
          <p:grpSpPr>
            <a:xfrm flipH="1">
              <a:off x="-2546154" y="4429587"/>
              <a:ext cx="4147840" cy="1510440"/>
              <a:chOff x="4132575" y="4716825"/>
              <a:chExt cx="5724316" cy="2084515"/>
            </a:xfrm>
          </p:grpSpPr>
          <p:sp>
            <p:nvSpPr>
              <p:cNvPr id="402" name="Google Shape;402;p19"/>
              <p:cNvSpPr/>
              <p:nvPr/>
            </p:nvSpPr>
            <p:spPr>
              <a:xfrm flipH="1">
                <a:off x="5361875" y="4716825"/>
                <a:ext cx="4495016" cy="2084515"/>
              </a:xfrm>
              <a:custGeom>
                <a:avLst/>
                <a:gdLst/>
                <a:ahLst/>
                <a:cxnLst/>
                <a:rect l="l" t="t" r="r" b="b"/>
                <a:pathLst>
                  <a:path w="101749" h="47185" extrusionOk="0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19"/>
              <p:cNvSpPr/>
              <p:nvPr/>
            </p:nvSpPr>
            <p:spPr>
              <a:xfrm flipH="1">
                <a:off x="4132575" y="4716825"/>
                <a:ext cx="4495016" cy="2084515"/>
              </a:xfrm>
              <a:custGeom>
                <a:avLst/>
                <a:gdLst/>
                <a:ahLst/>
                <a:cxnLst/>
                <a:rect l="l" t="t" r="r" b="b"/>
                <a:pathLst>
                  <a:path w="101749" h="47185" extrusionOk="0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04" name="Google Shape;404;p19"/>
          <p:cNvGrpSpPr/>
          <p:nvPr/>
        </p:nvGrpSpPr>
        <p:grpSpPr>
          <a:xfrm>
            <a:off x="-281888" y="-10703"/>
            <a:ext cx="10398364" cy="4440282"/>
            <a:chOff x="-281888" y="-10703"/>
            <a:chExt cx="10398364" cy="4440282"/>
          </a:xfrm>
        </p:grpSpPr>
        <p:sp>
          <p:nvSpPr>
            <p:cNvPr id="405" name="Google Shape;405;p19"/>
            <p:cNvSpPr/>
            <p:nvPr/>
          </p:nvSpPr>
          <p:spPr>
            <a:xfrm>
              <a:off x="8698225" y="902197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9"/>
            <p:cNvSpPr/>
            <p:nvPr/>
          </p:nvSpPr>
          <p:spPr>
            <a:xfrm>
              <a:off x="6098975" y="-10703"/>
              <a:ext cx="1044698" cy="196679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9"/>
            <p:cNvSpPr/>
            <p:nvPr/>
          </p:nvSpPr>
          <p:spPr>
            <a:xfrm>
              <a:off x="-281888" y="4232899"/>
              <a:ext cx="1044698" cy="196679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8" name="Google Shape;408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09" name="Google Shape;409;p19"/>
          <p:cNvSpPr txBox="1">
            <a:spLocks noGrp="1"/>
          </p:cNvSpPr>
          <p:nvPr>
            <p:ph type="subTitle" idx="1"/>
          </p:nvPr>
        </p:nvSpPr>
        <p:spPr>
          <a:xfrm>
            <a:off x="2835450" y="1017725"/>
            <a:ext cx="3410400" cy="28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21"/>
          <p:cNvSpPr txBox="1">
            <a:spLocks noGrp="1"/>
          </p:cNvSpPr>
          <p:nvPr>
            <p:ph type="subTitle" idx="1"/>
          </p:nvPr>
        </p:nvSpPr>
        <p:spPr>
          <a:xfrm>
            <a:off x="4755095" y="1667625"/>
            <a:ext cx="304080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21"/>
          <p:cNvSpPr txBox="1">
            <a:spLocks noGrp="1"/>
          </p:cNvSpPr>
          <p:nvPr>
            <p:ph type="subTitle" idx="2"/>
          </p:nvPr>
        </p:nvSpPr>
        <p:spPr>
          <a:xfrm>
            <a:off x="1348100" y="1667625"/>
            <a:ext cx="304080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438" name="Google Shape;438;p21"/>
          <p:cNvGrpSpPr/>
          <p:nvPr/>
        </p:nvGrpSpPr>
        <p:grpSpPr>
          <a:xfrm rot="10800000">
            <a:off x="-106737" y="-1645006"/>
            <a:ext cx="9548249" cy="7357518"/>
            <a:chOff x="-1311525" y="-1414418"/>
            <a:chExt cx="9548249" cy="7357518"/>
          </a:xfrm>
        </p:grpSpPr>
        <p:sp>
          <p:nvSpPr>
            <p:cNvPr id="439" name="Google Shape;439;p21"/>
            <p:cNvSpPr/>
            <p:nvPr/>
          </p:nvSpPr>
          <p:spPr>
            <a:xfrm rot="10800000">
              <a:off x="-1311525" y="-1414418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1"/>
            <p:cNvSpPr/>
            <p:nvPr/>
          </p:nvSpPr>
          <p:spPr>
            <a:xfrm flipH="1">
              <a:off x="-1120750" y="4056069"/>
              <a:ext cx="9357474" cy="1887032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1" name="Google Shape;441;p21"/>
          <p:cNvSpPr/>
          <p:nvPr/>
        </p:nvSpPr>
        <p:spPr>
          <a:xfrm rot="10800000" flipH="1">
            <a:off x="5675306" y="4959976"/>
            <a:ext cx="1006784" cy="183531"/>
          </a:xfrm>
          <a:custGeom>
            <a:avLst/>
            <a:gdLst/>
            <a:ahLst/>
            <a:cxnLst/>
            <a:rect l="l" t="t" r="r" b="b"/>
            <a:pathLst>
              <a:path w="15848" h="2889" extrusionOk="0">
                <a:moveTo>
                  <a:pt x="0" y="0"/>
                </a:moveTo>
                <a:lnTo>
                  <a:pt x="2889" y="2889"/>
                </a:lnTo>
                <a:lnTo>
                  <a:pt x="15847" y="2889"/>
                </a:lnTo>
                <a:lnTo>
                  <a:pt x="129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2" name="Google Shape;442;p21"/>
          <p:cNvGrpSpPr/>
          <p:nvPr/>
        </p:nvGrpSpPr>
        <p:grpSpPr>
          <a:xfrm rot="10800000">
            <a:off x="-1228535" y="-1130234"/>
            <a:ext cx="11726682" cy="8568910"/>
            <a:chOff x="-2306160" y="-3140581"/>
            <a:chExt cx="11726682" cy="8568910"/>
          </a:xfrm>
        </p:grpSpPr>
        <p:sp>
          <p:nvSpPr>
            <p:cNvPr id="443" name="Google Shape;443;p21"/>
            <p:cNvSpPr/>
            <p:nvPr/>
          </p:nvSpPr>
          <p:spPr>
            <a:xfrm rot="10800000" flipH="1">
              <a:off x="-2306160" y="-3140581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1"/>
            <p:cNvSpPr/>
            <p:nvPr/>
          </p:nvSpPr>
          <p:spPr>
            <a:xfrm rot="10800000" flipH="1">
              <a:off x="7082099" y="4876491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1"/>
            <p:cNvSpPr/>
            <p:nvPr/>
          </p:nvSpPr>
          <p:spPr>
            <a:xfrm>
              <a:off x="6615250" y="3890920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6" name="Google Shape;446;p21"/>
          <p:cNvGrpSpPr/>
          <p:nvPr/>
        </p:nvGrpSpPr>
        <p:grpSpPr>
          <a:xfrm rot="10800000" flipH="1">
            <a:off x="-1315487" y="4349469"/>
            <a:ext cx="3296400" cy="703085"/>
            <a:chOff x="-12" y="3628590"/>
            <a:chExt cx="3296400" cy="703085"/>
          </a:xfrm>
        </p:grpSpPr>
        <p:grpSp>
          <p:nvGrpSpPr>
            <p:cNvPr id="447" name="Google Shape;447;p21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448" name="Google Shape;448;p21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49" name="Google Shape;449;p21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0" name="Google Shape;450;p21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451" name="Google Shape;451;p21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52" name="Google Shape;452;p21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3" name="Google Shape;453;p21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454" name="Google Shape;454;p21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55" name="Google Shape;455;p21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6" name="Google Shape;456;p21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457" name="Google Shape;457;p21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58" name="Google Shape;458;p21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1" name="Google Shape;711;p31"/>
          <p:cNvGrpSpPr/>
          <p:nvPr/>
        </p:nvGrpSpPr>
        <p:grpSpPr>
          <a:xfrm rot="10800000">
            <a:off x="-1889528" y="158865"/>
            <a:ext cx="3010303" cy="380635"/>
            <a:chOff x="5446772" y="1743190"/>
            <a:chExt cx="3010303" cy="380635"/>
          </a:xfrm>
        </p:grpSpPr>
        <p:grpSp>
          <p:nvGrpSpPr>
            <p:cNvPr id="712" name="Google Shape;712;p31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713" name="Google Shape;713;p31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14" name="Google Shape;714;p31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5" name="Google Shape;715;p31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716" name="Google Shape;716;p31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7" name="Google Shape;717;p31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8" name="Google Shape;718;p31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719" name="Google Shape;719;p31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20" name="Google Shape;720;p31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21" name="Google Shape;721;p31"/>
          <p:cNvGrpSpPr/>
          <p:nvPr/>
        </p:nvGrpSpPr>
        <p:grpSpPr>
          <a:xfrm flipH="1">
            <a:off x="1347409" y="-265593"/>
            <a:ext cx="9294978" cy="6913322"/>
            <a:chOff x="-201828" y="-265593"/>
            <a:chExt cx="9294978" cy="6913322"/>
          </a:xfrm>
        </p:grpSpPr>
        <p:sp>
          <p:nvSpPr>
            <p:cNvPr id="722" name="Google Shape;722;p31"/>
            <p:cNvSpPr/>
            <p:nvPr/>
          </p:nvSpPr>
          <p:spPr>
            <a:xfrm>
              <a:off x="-201828" y="4736333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1"/>
            <p:cNvSpPr/>
            <p:nvPr/>
          </p:nvSpPr>
          <p:spPr>
            <a:xfrm rot="10800000" flipH="1">
              <a:off x="1175807" y="-265593"/>
              <a:ext cx="1539180" cy="805095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4" name="Google Shape;724;p31"/>
          <p:cNvSpPr/>
          <p:nvPr/>
        </p:nvSpPr>
        <p:spPr>
          <a:xfrm rot="10800000">
            <a:off x="794659" y="4876484"/>
            <a:ext cx="1418251" cy="267006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31"/>
          <p:cNvSpPr/>
          <p:nvPr/>
        </p:nvSpPr>
        <p:spPr>
          <a:xfrm flipH="1">
            <a:off x="-561113" y="4230050"/>
            <a:ext cx="2805272" cy="1537408"/>
          </a:xfrm>
          <a:custGeom>
            <a:avLst/>
            <a:gdLst/>
            <a:ahLst/>
            <a:cxnLst/>
            <a:rect l="l" t="t" r="r" b="b"/>
            <a:pathLst>
              <a:path w="87610" h="48014" extrusionOk="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7" name="Google Shape;727;p32"/>
          <p:cNvGrpSpPr/>
          <p:nvPr/>
        </p:nvGrpSpPr>
        <p:grpSpPr>
          <a:xfrm flipH="1">
            <a:off x="-2028096" y="-1770656"/>
            <a:ext cx="4007050" cy="2363739"/>
            <a:chOff x="6549401" y="-1824231"/>
            <a:chExt cx="4007050" cy="2363739"/>
          </a:xfrm>
        </p:grpSpPr>
        <p:sp>
          <p:nvSpPr>
            <p:cNvPr id="728" name="Google Shape;728;p32"/>
            <p:cNvSpPr/>
            <p:nvPr/>
          </p:nvSpPr>
          <p:spPr>
            <a:xfrm>
              <a:off x="7695191" y="307513"/>
              <a:ext cx="1232340" cy="231995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2"/>
            <p:cNvSpPr/>
            <p:nvPr/>
          </p:nvSpPr>
          <p:spPr>
            <a:xfrm rot="10800000">
              <a:off x="6549401" y="-1824231"/>
              <a:ext cx="4007050" cy="2363728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0" name="Google Shape;730;p32"/>
          <p:cNvGrpSpPr/>
          <p:nvPr/>
        </p:nvGrpSpPr>
        <p:grpSpPr>
          <a:xfrm flipH="1">
            <a:off x="7391104" y="241540"/>
            <a:ext cx="3296400" cy="703085"/>
            <a:chOff x="-12" y="3628590"/>
            <a:chExt cx="3296400" cy="703085"/>
          </a:xfrm>
        </p:grpSpPr>
        <p:grpSp>
          <p:nvGrpSpPr>
            <p:cNvPr id="731" name="Google Shape;731;p32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732" name="Google Shape;732;p32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33" name="Google Shape;733;p32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4" name="Google Shape;734;p32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735" name="Google Shape;735;p32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36" name="Google Shape;736;p32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7" name="Google Shape;737;p32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738" name="Google Shape;738;p32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39" name="Google Shape;739;p32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0" name="Google Shape;740;p32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741" name="Google Shape;741;p32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42" name="Google Shape;742;p32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43" name="Google Shape;743;p32"/>
          <p:cNvGrpSpPr/>
          <p:nvPr/>
        </p:nvGrpSpPr>
        <p:grpSpPr>
          <a:xfrm flipH="1">
            <a:off x="-1341650" y="-685669"/>
            <a:ext cx="10751988" cy="7671703"/>
            <a:chOff x="-881984" y="-739244"/>
            <a:chExt cx="10751988" cy="7671703"/>
          </a:xfrm>
        </p:grpSpPr>
        <p:sp>
          <p:nvSpPr>
            <p:cNvPr id="744" name="Google Shape;744;p32"/>
            <p:cNvSpPr/>
            <p:nvPr/>
          </p:nvSpPr>
          <p:spPr>
            <a:xfrm flipH="1">
              <a:off x="5675437" y="4457952"/>
              <a:ext cx="4194567" cy="2474507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2"/>
            <p:cNvSpPr/>
            <p:nvPr/>
          </p:nvSpPr>
          <p:spPr>
            <a:xfrm rot="10800000" flipH="1">
              <a:off x="-881984" y="-739244"/>
              <a:ext cx="1959133" cy="1024867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6" name="Google Shape;746;p32"/>
          <p:cNvSpPr/>
          <p:nvPr/>
        </p:nvSpPr>
        <p:spPr>
          <a:xfrm flipH="1">
            <a:off x="-417877" y="511088"/>
            <a:ext cx="1232340" cy="231995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32"/>
          <p:cNvSpPr/>
          <p:nvPr/>
        </p:nvSpPr>
        <p:spPr>
          <a:xfrm rot="10800000" flipH="1">
            <a:off x="-621671" y="-1770656"/>
            <a:ext cx="4007050" cy="2363728"/>
          </a:xfrm>
          <a:custGeom>
            <a:avLst/>
            <a:gdLst/>
            <a:ahLst/>
            <a:cxnLst/>
            <a:rect l="l" t="t" r="r" b="b"/>
            <a:pathLst>
              <a:path w="111617" h="65842" extrusionOk="0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 Black"/>
              <a:buNone/>
              <a:defRPr sz="26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4" r:id="rId4"/>
    <p:sldLayoutId id="2147483658" r:id="rId5"/>
    <p:sldLayoutId id="2147483659" r:id="rId6"/>
    <p:sldLayoutId id="2147483665" r:id="rId7"/>
    <p:sldLayoutId id="2147483667" r:id="rId8"/>
    <p:sldLayoutId id="2147483677" r:id="rId9"/>
    <p:sldLayoutId id="214748367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36"/>
          <p:cNvSpPr txBox="1">
            <a:spLocks noGrp="1"/>
          </p:cNvSpPr>
          <p:nvPr>
            <p:ph type="subTitle" idx="1"/>
          </p:nvPr>
        </p:nvSpPr>
        <p:spPr>
          <a:xfrm>
            <a:off x="1351005" y="3615330"/>
            <a:ext cx="6355500" cy="3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張君如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、陳世宗</a:t>
            </a:r>
            <a:endParaRPr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59" name="Google Shape;759;p36"/>
          <p:cNvSpPr txBox="1">
            <a:spLocks noGrp="1"/>
          </p:cNvSpPr>
          <p:nvPr>
            <p:ph type="ctrTitle"/>
          </p:nvPr>
        </p:nvSpPr>
        <p:spPr>
          <a:xfrm>
            <a:off x="1394250" y="1432275"/>
            <a:ext cx="6355500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顧客流失率分析</a:t>
            </a:r>
            <a:endParaRPr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760" name="Google Shape;760;p36"/>
          <p:cNvGrpSpPr/>
          <p:nvPr/>
        </p:nvGrpSpPr>
        <p:grpSpPr>
          <a:xfrm rot="10800000">
            <a:off x="6662200" y="3637323"/>
            <a:ext cx="3537150" cy="626797"/>
            <a:chOff x="1199232" y="2120038"/>
            <a:chExt cx="4391793" cy="778340"/>
          </a:xfrm>
        </p:grpSpPr>
        <p:grpSp>
          <p:nvGrpSpPr>
            <p:cNvPr id="761" name="Google Shape;761;p36"/>
            <p:cNvGrpSpPr/>
            <p:nvPr/>
          </p:nvGrpSpPr>
          <p:grpSpPr>
            <a:xfrm>
              <a:off x="2227732" y="2577138"/>
              <a:ext cx="1945675" cy="56700"/>
              <a:chOff x="2227732" y="2661275"/>
              <a:chExt cx="1945675" cy="56700"/>
            </a:xfrm>
          </p:grpSpPr>
          <p:cxnSp>
            <p:nvCxnSpPr>
              <p:cNvPr id="762" name="Google Shape;762;p36"/>
              <p:cNvCxnSpPr/>
              <p:nvPr/>
            </p:nvCxnSpPr>
            <p:spPr>
              <a:xfrm>
                <a:off x="2227732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63" name="Google Shape;763;p36"/>
              <p:cNvSpPr/>
              <p:nvPr/>
            </p:nvSpPr>
            <p:spPr>
              <a:xfrm>
                <a:off x="4116707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4" name="Google Shape;764;p36"/>
            <p:cNvGrpSpPr/>
            <p:nvPr/>
          </p:nvGrpSpPr>
          <p:grpSpPr>
            <a:xfrm>
              <a:off x="1943838" y="2729277"/>
              <a:ext cx="1938597" cy="169100"/>
              <a:chOff x="2216194" y="2593212"/>
              <a:chExt cx="4728285" cy="412439"/>
            </a:xfrm>
          </p:grpSpPr>
          <p:sp>
            <p:nvSpPr>
              <p:cNvPr id="765" name="Google Shape;765;p36"/>
              <p:cNvSpPr/>
              <p:nvPr/>
            </p:nvSpPr>
            <p:spPr>
              <a:xfrm>
                <a:off x="2216194" y="2593212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66" name="Google Shape;766;p36"/>
              <p:cNvSpPr/>
              <p:nvPr/>
            </p:nvSpPr>
            <p:spPr>
              <a:xfrm>
                <a:off x="6810079" y="2871251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7" name="Google Shape;767;p36"/>
            <p:cNvGrpSpPr/>
            <p:nvPr/>
          </p:nvGrpSpPr>
          <p:grpSpPr>
            <a:xfrm>
              <a:off x="1779150" y="2289288"/>
              <a:ext cx="3811875" cy="127113"/>
              <a:chOff x="1779150" y="2604263"/>
              <a:chExt cx="3811875" cy="127113"/>
            </a:xfrm>
          </p:grpSpPr>
          <p:sp>
            <p:nvSpPr>
              <p:cNvPr id="768" name="Google Shape;768;p36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69" name="Google Shape;769;p36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0" name="Google Shape;770;p36"/>
            <p:cNvGrpSpPr/>
            <p:nvPr/>
          </p:nvGrpSpPr>
          <p:grpSpPr>
            <a:xfrm>
              <a:off x="1199232" y="2120038"/>
              <a:ext cx="3737650" cy="56700"/>
              <a:chOff x="1199232" y="2869225"/>
              <a:chExt cx="3737650" cy="56700"/>
            </a:xfrm>
          </p:grpSpPr>
          <p:cxnSp>
            <p:nvCxnSpPr>
              <p:cNvPr id="771" name="Google Shape;771;p36"/>
              <p:cNvCxnSpPr/>
              <p:nvPr/>
            </p:nvCxnSpPr>
            <p:spPr>
              <a:xfrm>
                <a:off x="1199232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72" name="Google Shape;772;p36"/>
              <p:cNvSpPr/>
              <p:nvPr/>
            </p:nvSpPr>
            <p:spPr>
              <a:xfrm>
                <a:off x="4880182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73" name="Google Shape;773;p36"/>
          <p:cNvGrpSpPr/>
          <p:nvPr/>
        </p:nvGrpSpPr>
        <p:grpSpPr>
          <a:xfrm>
            <a:off x="-1696246" y="967904"/>
            <a:ext cx="3599787" cy="1044096"/>
            <a:chOff x="-1431671" y="656504"/>
            <a:chExt cx="3599787" cy="1044096"/>
          </a:xfrm>
        </p:grpSpPr>
        <p:grpSp>
          <p:nvGrpSpPr>
            <p:cNvPr id="774" name="Google Shape;774;p36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775" name="Google Shape;775;p36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76" name="Google Shape;776;p36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7" name="Google Shape;777;p36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778" name="Google Shape;778;p36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79" name="Google Shape;779;p36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0" name="Google Shape;780;p36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781" name="Google Shape;781;p36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82" name="Google Shape;782;p36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3" name="Google Shape;783;p36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784" name="Google Shape;784;p36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85" name="Google Shape;785;p36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6" name="Google Shape;786;p36"/>
            <p:cNvGrpSpPr/>
            <p:nvPr/>
          </p:nvGrpSpPr>
          <p:grpSpPr>
            <a:xfrm>
              <a:off x="-856958" y="656504"/>
              <a:ext cx="2430741" cy="185537"/>
              <a:chOff x="1748547" y="1392116"/>
              <a:chExt cx="5911958" cy="451312"/>
            </a:xfrm>
          </p:grpSpPr>
          <p:sp>
            <p:nvSpPr>
              <p:cNvPr id="787" name="Google Shape;787;p36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788" name="Google Shape;788;p36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9" name="Google Shape;789;p36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790" name="Google Shape;790;p36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91" name="Google Shape;791;p36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目錄</a:t>
            </a:r>
            <a:endParaRPr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06" name="Google Shape;806;p38"/>
          <p:cNvSpPr txBox="1">
            <a:spLocks noGrp="1"/>
          </p:cNvSpPr>
          <p:nvPr>
            <p:ph type="subTitle" idx="4"/>
          </p:nvPr>
        </p:nvSpPr>
        <p:spPr>
          <a:xfrm>
            <a:off x="2123011" y="2707313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背景介紹</a:t>
            </a:r>
            <a:endParaRPr sz="2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07" name="Google Shape;807;p38"/>
          <p:cNvSpPr txBox="1">
            <a:spLocks noGrp="1"/>
          </p:cNvSpPr>
          <p:nvPr>
            <p:ph type="subTitle" idx="5"/>
          </p:nvPr>
        </p:nvSpPr>
        <p:spPr>
          <a:xfrm>
            <a:off x="4572000" y="2707313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資料分析</a:t>
            </a:r>
            <a:endParaRPr sz="2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11" name="Google Shape;811;p38"/>
          <p:cNvSpPr/>
          <p:nvPr/>
        </p:nvSpPr>
        <p:spPr>
          <a:xfrm>
            <a:off x="3331237" y="1832987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2" name="Google Shape;812;p38"/>
          <p:cNvGrpSpPr/>
          <p:nvPr/>
        </p:nvGrpSpPr>
        <p:grpSpPr>
          <a:xfrm>
            <a:off x="3445137" y="1947049"/>
            <a:ext cx="339200" cy="338875"/>
            <a:chOff x="2489475" y="2118450"/>
            <a:chExt cx="339200" cy="338875"/>
          </a:xfrm>
        </p:grpSpPr>
        <p:sp>
          <p:nvSpPr>
            <p:cNvPr id="813" name="Google Shape;813;p38"/>
            <p:cNvSpPr/>
            <p:nvPr/>
          </p:nvSpPr>
          <p:spPr>
            <a:xfrm>
              <a:off x="2489475" y="2118450"/>
              <a:ext cx="339200" cy="338875"/>
            </a:xfrm>
            <a:custGeom>
              <a:avLst/>
              <a:gdLst/>
              <a:ahLst/>
              <a:cxnLst/>
              <a:rect l="l" t="t" r="r" b="b"/>
              <a:pathLst>
                <a:path w="13568" h="13555" extrusionOk="0">
                  <a:moveTo>
                    <a:pt x="7151" y="525"/>
                  </a:moveTo>
                  <a:lnTo>
                    <a:pt x="7164" y="844"/>
                  </a:lnTo>
                  <a:cubicBezTo>
                    <a:pt x="7164" y="967"/>
                    <a:pt x="7247" y="1066"/>
                    <a:pt x="7357" y="1093"/>
                  </a:cubicBezTo>
                  <a:cubicBezTo>
                    <a:pt x="7536" y="1149"/>
                    <a:pt x="7719" y="1216"/>
                    <a:pt x="7885" y="1315"/>
                  </a:cubicBezTo>
                  <a:cubicBezTo>
                    <a:pt x="7930" y="1337"/>
                    <a:pt x="7977" y="1348"/>
                    <a:pt x="8023" y="1348"/>
                  </a:cubicBezTo>
                  <a:cubicBezTo>
                    <a:pt x="8089" y="1348"/>
                    <a:pt x="8151" y="1326"/>
                    <a:pt x="8200" y="1285"/>
                  </a:cubicBezTo>
                  <a:lnTo>
                    <a:pt x="8436" y="1066"/>
                  </a:lnTo>
                  <a:lnTo>
                    <a:pt x="8947" y="1577"/>
                  </a:lnTo>
                  <a:lnTo>
                    <a:pt x="8741" y="1813"/>
                  </a:lnTo>
                  <a:cubicBezTo>
                    <a:pt x="8658" y="1896"/>
                    <a:pt x="8645" y="2032"/>
                    <a:pt x="8698" y="2129"/>
                  </a:cubicBezTo>
                  <a:cubicBezTo>
                    <a:pt x="8798" y="2294"/>
                    <a:pt x="8864" y="2477"/>
                    <a:pt x="8920" y="2656"/>
                  </a:cubicBezTo>
                  <a:cubicBezTo>
                    <a:pt x="8947" y="2766"/>
                    <a:pt x="9047" y="2849"/>
                    <a:pt x="9169" y="2849"/>
                  </a:cubicBezTo>
                  <a:lnTo>
                    <a:pt x="9488" y="2862"/>
                  </a:lnTo>
                  <a:lnTo>
                    <a:pt x="9488" y="3596"/>
                  </a:lnTo>
                  <a:lnTo>
                    <a:pt x="9169" y="3609"/>
                  </a:lnTo>
                  <a:cubicBezTo>
                    <a:pt x="9047" y="3609"/>
                    <a:pt x="8947" y="3692"/>
                    <a:pt x="8920" y="3805"/>
                  </a:cubicBezTo>
                  <a:cubicBezTo>
                    <a:pt x="8864" y="3984"/>
                    <a:pt x="8798" y="4163"/>
                    <a:pt x="8698" y="4329"/>
                  </a:cubicBezTo>
                  <a:cubicBezTo>
                    <a:pt x="8645" y="4426"/>
                    <a:pt x="8658" y="4565"/>
                    <a:pt x="8741" y="4648"/>
                  </a:cubicBezTo>
                  <a:lnTo>
                    <a:pt x="8947" y="4884"/>
                  </a:lnTo>
                  <a:lnTo>
                    <a:pt x="8436" y="5395"/>
                  </a:lnTo>
                  <a:lnTo>
                    <a:pt x="8200" y="5173"/>
                  </a:lnTo>
                  <a:cubicBezTo>
                    <a:pt x="8152" y="5132"/>
                    <a:pt x="8091" y="5111"/>
                    <a:pt x="8026" y="5111"/>
                  </a:cubicBezTo>
                  <a:cubicBezTo>
                    <a:pt x="7980" y="5111"/>
                    <a:pt x="7931" y="5122"/>
                    <a:pt x="7885" y="5146"/>
                  </a:cubicBezTo>
                  <a:cubicBezTo>
                    <a:pt x="7719" y="5242"/>
                    <a:pt x="7536" y="5312"/>
                    <a:pt x="7357" y="5365"/>
                  </a:cubicBezTo>
                  <a:cubicBezTo>
                    <a:pt x="7247" y="5395"/>
                    <a:pt x="7164" y="5491"/>
                    <a:pt x="7164" y="5601"/>
                  </a:cubicBezTo>
                  <a:lnTo>
                    <a:pt x="7151" y="5933"/>
                  </a:lnTo>
                  <a:lnTo>
                    <a:pt x="6418" y="5933"/>
                  </a:lnTo>
                  <a:lnTo>
                    <a:pt x="6404" y="5601"/>
                  </a:lnTo>
                  <a:cubicBezTo>
                    <a:pt x="6404" y="5491"/>
                    <a:pt x="6321" y="5395"/>
                    <a:pt x="6208" y="5365"/>
                  </a:cubicBezTo>
                  <a:cubicBezTo>
                    <a:pt x="6029" y="5312"/>
                    <a:pt x="5850" y="5242"/>
                    <a:pt x="5684" y="5146"/>
                  </a:cubicBezTo>
                  <a:cubicBezTo>
                    <a:pt x="5643" y="5122"/>
                    <a:pt x="5597" y="5111"/>
                    <a:pt x="5552" y="5111"/>
                  </a:cubicBezTo>
                  <a:cubicBezTo>
                    <a:pt x="5489" y="5111"/>
                    <a:pt x="5426" y="5132"/>
                    <a:pt x="5378" y="5173"/>
                  </a:cubicBezTo>
                  <a:lnTo>
                    <a:pt x="5130" y="5395"/>
                  </a:lnTo>
                  <a:lnTo>
                    <a:pt x="4618" y="4884"/>
                  </a:lnTo>
                  <a:lnTo>
                    <a:pt x="4841" y="4635"/>
                  </a:lnTo>
                  <a:cubicBezTo>
                    <a:pt x="4924" y="4552"/>
                    <a:pt x="4937" y="4426"/>
                    <a:pt x="4867" y="4329"/>
                  </a:cubicBezTo>
                  <a:cubicBezTo>
                    <a:pt x="4771" y="4163"/>
                    <a:pt x="4701" y="3984"/>
                    <a:pt x="4661" y="3805"/>
                  </a:cubicBezTo>
                  <a:cubicBezTo>
                    <a:pt x="4618" y="3692"/>
                    <a:pt x="4522" y="3609"/>
                    <a:pt x="4412" y="3609"/>
                  </a:cubicBezTo>
                  <a:lnTo>
                    <a:pt x="4081" y="3596"/>
                  </a:lnTo>
                  <a:lnTo>
                    <a:pt x="4081" y="2862"/>
                  </a:lnTo>
                  <a:lnTo>
                    <a:pt x="4412" y="2849"/>
                  </a:lnTo>
                  <a:cubicBezTo>
                    <a:pt x="4522" y="2849"/>
                    <a:pt x="4618" y="2766"/>
                    <a:pt x="4661" y="2656"/>
                  </a:cubicBezTo>
                  <a:cubicBezTo>
                    <a:pt x="4701" y="2477"/>
                    <a:pt x="4771" y="2294"/>
                    <a:pt x="4867" y="2129"/>
                  </a:cubicBezTo>
                  <a:cubicBezTo>
                    <a:pt x="4937" y="2032"/>
                    <a:pt x="4924" y="1896"/>
                    <a:pt x="4841" y="1813"/>
                  </a:cubicBezTo>
                  <a:lnTo>
                    <a:pt x="4618" y="1577"/>
                  </a:lnTo>
                  <a:lnTo>
                    <a:pt x="5130" y="1066"/>
                  </a:lnTo>
                  <a:lnTo>
                    <a:pt x="5378" y="1285"/>
                  </a:lnTo>
                  <a:cubicBezTo>
                    <a:pt x="5427" y="1326"/>
                    <a:pt x="5491" y="1348"/>
                    <a:pt x="5555" y="1348"/>
                  </a:cubicBezTo>
                  <a:cubicBezTo>
                    <a:pt x="5599" y="1348"/>
                    <a:pt x="5644" y="1337"/>
                    <a:pt x="5684" y="1315"/>
                  </a:cubicBezTo>
                  <a:cubicBezTo>
                    <a:pt x="5850" y="1216"/>
                    <a:pt x="6029" y="1149"/>
                    <a:pt x="6208" y="1093"/>
                  </a:cubicBezTo>
                  <a:cubicBezTo>
                    <a:pt x="6321" y="1066"/>
                    <a:pt x="6404" y="967"/>
                    <a:pt x="6404" y="857"/>
                  </a:cubicBezTo>
                  <a:lnTo>
                    <a:pt x="6418" y="525"/>
                  </a:lnTo>
                  <a:close/>
                  <a:moveTo>
                    <a:pt x="11453" y="4024"/>
                  </a:moveTo>
                  <a:lnTo>
                    <a:pt x="11453" y="10650"/>
                  </a:lnTo>
                  <a:lnTo>
                    <a:pt x="2129" y="10650"/>
                  </a:lnTo>
                  <a:lnTo>
                    <a:pt x="2129" y="4024"/>
                  </a:lnTo>
                  <a:lnTo>
                    <a:pt x="3622" y="4024"/>
                  </a:lnTo>
                  <a:cubicBezTo>
                    <a:pt x="3666" y="4080"/>
                    <a:pt x="3735" y="4107"/>
                    <a:pt x="3802" y="4107"/>
                  </a:cubicBezTo>
                  <a:lnTo>
                    <a:pt x="4203" y="4120"/>
                  </a:lnTo>
                  <a:cubicBezTo>
                    <a:pt x="4233" y="4233"/>
                    <a:pt x="4273" y="4329"/>
                    <a:pt x="4329" y="4426"/>
                  </a:cubicBezTo>
                  <a:lnTo>
                    <a:pt x="4051" y="4718"/>
                  </a:lnTo>
                  <a:cubicBezTo>
                    <a:pt x="3954" y="4814"/>
                    <a:pt x="3968" y="4980"/>
                    <a:pt x="4067" y="5076"/>
                  </a:cubicBezTo>
                  <a:lnTo>
                    <a:pt x="4937" y="5946"/>
                  </a:lnTo>
                  <a:cubicBezTo>
                    <a:pt x="4987" y="6005"/>
                    <a:pt x="5056" y="6033"/>
                    <a:pt x="5126" y="6033"/>
                  </a:cubicBezTo>
                  <a:cubicBezTo>
                    <a:pt x="5191" y="6033"/>
                    <a:pt x="5258" y="6009"/>
                    <a:pt x="5312" y="5963"/>
                  </a:cubicBezTo>
                  <a:lnTo>
                    <a:pt x="5588" y="5697"/>
                  </a:lnTo>
                  <a:cubicBezTo>
                    <a:pt x="5684" y="5740"/>
                    <a:pt x="5780" y="5780"/>
                    <a:pt x="5893" y="5810"/>
                  </a:cubicBezTo>
                  <a:lnTo>
                    <a:pt x="5906" y="6212"/>
                  </a:lnTo>
                  <a:cubicBezTo>
                    <a:pt x="5906" y="6348"/>
                    <a:pt x="6029" y="6461"/>
                    <a:pt x="6169" y="6461"/>
                  </a:cubicBezTo>
                  <a:lnTo>
                    <a:pt x="7400" y="6461"/>
                  </a:lnTo>
                  <a:cubicBezTo>
                    <a:pt x="7553" y="6461"/>
                    <a:pt x="7662" y="6348"/>
                    <a:pt x="7676" y="6212"/>
                  </a:cubicBezTo>
                  <a:lnTo>
                    <a:pt x="7689" y="5810"/>
                  </a:lnTo>
                  <a:cubicBezTo>
                    <a:pt x="7785" y="5780"/>
                    <a:pt x="7885" y="5740"/>
                    <a:pt x="7981" y="5697"/>
                  </a:cubicBezTo>
                  <a:lnTo>
                    <a:pt x="8270" y="5963"/>
                  </a:lnTo>
                  <a:cubicBezTo>
                    <a:pt x="8316" y="6009"/>
                    <a:pt x="8378" y="6033"/>
                    <a:pt x="8442" y="6033"/>
                  </a:cubicBezTo>
                  <a:cubicBezTo>
                    <a:pt x="8510" y="6033"/>
                    <a:pt x="8580" y="6005"/>
                    <a:pt x="8632" y="5946"/>
                  </a:cubicBezTo>
                  <a:lnTo>
                    <a:pt x="9501" y="5076"/>
                  </a:lnTo>
                  <a:cubicBezTo>
                    <a:pt x="9611" y="4980"/>
                    <a:pt x="9611" y="4814"/>
                    <a:pt x="9515" y="4718"/>
                  </a:cubicBezTo>
                  <a:lnTo>
                    <a:pt x="9252" y="4426"/>
                  </a:lnTo>
                  <a:cubicBezTo>
                    <a:pt x="9296" y="4329"/>
                    <a:pt x="9335" y="4233"/>
                    <a:pt x="9379" y="4120"/>
                  </a:cubicBezTo>
                  <a:lnTo>
                    <a:pt x="9764" y="4107"/>
                  </a:lnTo>
                  <a:cubicBezTo>
                    <a:pt x="9833" y="4107"/>
                    <a:pt x="9903" y="4080"/>
                    <a:pt x="9943" y="4024"/>
                  </a:cubicBezTo>
                  <a:close/>
                  <a:moveTo>
                    <a:pt x="12240" y="2958"/>
                  </a:moveTo>
                  <a:cubicBezTo>
                    <a:pt x="12393" y="2958"/>
                    <a:pt x="12502" y="3085"/>
                    <a:pt x="12502" y="3224"/>
                  </a:cubicBezTo>
                  <a:lnTo>
                    <a:pt x="12502" y="11702"/>
                  </a:lnTo>
                  <a:lnTo>
                    <a:pt x="8383" y="11702"/>
                  </a:lnTo>
                  <a:cubicBezTo>
                    <a:pt x="8230" y="11702"/>
                    <a:pt x="8104" y="11825"/>
                    <a:pt x="8104" y="11964"/>
                  </a:cubicBezTo>
                  <a:lnTo>
                    <a:pt x="5461" y="11964"/>
                  </a:lnTo>
                  <a:cubicBezTo>
                    <a:pt x="5461" y="11825"/>
                    <a:pt x="5339" y="11702"/>
                    <a:pt x="5199" y="11702"/>
                  </a:cubicBezTo>
                  <a:lnTo>
                    <a:pt x="1063" y="11702"/>
                  </a:lnTo>
                  <a:lnTo>
                    <a:pt x="1063" y="3224"/>
                  </a:lnTo>
                  <a:cubicBezTo>
                    <a:pt x="1063" y="3085"/>
                    <a:pt x="1189" y="2958"/>
                    <a:pt x="1329" y="2958"/>
                  </a:cubicBezTo>
                  <a:lnTo>
                    <a:pt x="3553" y="2958"/>
                  </a:lnTo>
                  <a:lnTo>
                    <a:pt x="3553" y="3500"/>
                  </a:lnTo>
                  <a:lnTo>
                    <a:pt x="1866" y="3500"/>
                  </a:lnTo>
                  <a:cubicBezTo>
                    <a:pt x="1714" y="3500"/>
                    <a:pt x="1591" y="3609"/>
                    <a:pt x="1591" y="3762"/>
                  </a:cubicBezTo>
                  <a:lnTo>
                    <a:pt x="1591" y="10912"/>
                  </a:lnTo>
                  <a:cubicBezTo>
                    <a:pt x="1591" y="11052"/>
                    <a:pt x="1714" y="11174"/>
                    <a:pt x="1866" y="11174"/>
                  </a:cubicBezTo>
                  <a:lnTo>
                    <a:pt x="11716" y="11174"/>
                  </a:lnTo>
                  <a:cubicBezTo>
                    <a:pt x="11852" y="11174"/>
                    <a:pt x="11978" y="11052"/>
                    <a:pt x="11978" y="10912"/>
                  </a:cubicBezTo>
                  <a:lnTo>
                    <a:pt x="11978" y="3762"/>
                  </a:lnTo>
                  <a:cubicBezTo>
                    <a:pt x="11978" y="3609"/>
                    <a:pt x="11852" y="3500"/>
                    <a:pt x="11716" y="3500"/>
                  </a:cubicBezTo>
                  <a:lnTo>
                    <a:pt x="10013" y="3500"/>
                  </a:lnTo>
                  <a:lnTo>
                    <a:pt x="10013" y="2958"/>
                  </a:lnTo>
                  <a:close/>
                  <a:moveTo>
                    <a:pt x="13043" y="12240"/>
                  </a:moveTo>
                  <a:lnTo>
                    <a:pt x="13043" y="12768"/>
                  </a:lnTo>
                  <a:cubicBezTo>
                    <a:pt x="13043" y="12904"/>
                    <a:pt x="12917" y="13030"/>
                    <a:pt x="12765" y="13030"/>
                  </a:cubicBezTo>
                  <a:lnTo>
                    <a:pt x="801" y="13030"/>
                  </a:lnTo>
                  <a:cubicBezTo>
                    <a:pt x="648" y="13030"/>
                    <a:pt x="539" y="12904"/>
                    <a:pt x="539" y="12768"/>
                  </a:cubicBezTo>
                  <a:lnTo>
                    <a:pt x="539" y="12240"/>
                  </a:lnTo>
                  <a:lnTo>
                    <a:pt x="5007" y="12240"/>
                  </a:lnTo>
                  <a:cubicBezTo>
                    <a:pt x="5090" y="12393"/>
                    <a:pt x="5269" y="12502"/>
                    <a:pt x="5461" y="12502"/>
                  </a:cubicBezTo>
                  <a:lnTo>
                    <a:pt x="8104" y="12502"/>
                  </a:lnTo>
                  <a:cubicBezTo>
                    <a:pt x="8313" y="12502"/>
                    <a:pt x="8479" y="12393"/>
                    <a:pt x="8575" y="12240"/>
                  </a:cubicBezTo>
                  <a:close/>
                  <a:moveTo>
                    <a:pt x="6169" y="1"/>
                  </a:moveTo>
                  <a:cubicBezTo>
                    <a:pt x="6029" y="1"/>
                    <a:pt x="5906" y="110"/>
                    <a:pt x="5906" y="250"/>
                  </a:cubicBezTo>
                  <a:lnTo>
                    <a:pt x="5893" y="651"/>
                  </a:lnTo>
                  <a:cubicBezTo>
                    <a:pt x="5780" y="678"/>
                    <a:pt x="5684" y="718"/>
                    <a:pt x="5588" y="761"/>
                  </a:cubicBezTo>
                  <a:lnTo>
                    <a:pt x="5312" y="499"/>
                  </a:lnTo>
                  <a:cubicBezTo>
                    <a:pt x="5257" y="452"/>
                    <a:pt x="5190" y="428"/>
                    <a:pt x="5125" y="428"/>
                  </a:cubicBezTo>
                  <a:cubicBezTo>
                    <a:pt x="5055" y="428"/>
                    <a:pt x="4987" y="455"/>
                    <a:pt x="4937" y="512"/>
                  </a:cubicBezTo>
                  <a:lnTo>
                    <a:pt x="4067" y="1382"/>
                  </a:lnTo>
                  <a:cubicBezTo>
                    <a:pt x="3968" y="1481"/>
                    <a:pt x="3954" y="1647"/>
                    <a:pt x="4051" y="1743"/>
                  </a:cubicBezTo>
                  <a:lnTo>
                    <a:pt x="4329" y="2032"/>
                  </a:lnTo>
                  <a:cubicBezTo>
                    <a:pt x="4273" y="2129"/>
                    <a:pt x="4233" y="2228"/>
                    <a:pt x="4203" y="2324"/>
                  </a:cubicBezTo>
                  <a:lnTo>
                    <a:pt x="3802" y="2351"/>
                  </a:lnTo>
                  <a:cubicBezTo>
                    <a:pt x="3735" y="2351"/>
                    <a:pt x="3666" y="2377"/>
                    <a:pt x="3622" y="2434"/>
                  </a:cubicBezTo>
                  <a:lnTo>
                    <a:pt x="1329" y="2434"/>
                  </a:lnTo>
                  <a:cubicBezTo>
                    <a:pt x="884" y="2434"/>
                    <a:pt x="539" y="2792"/>
                    <a:pt x="539" y="3224"/>
                  </a:cubicBezTo>
                  <a:lnTo>
                    <a:pt x="539" y="11702"/>
                  </a:lnTo>
                  <a:lnTo>
                    <a:pt x="276" y="11702"/>
                  </a:lnTo>
                  <a:cubicBezTo>
                    <a:pt x="124" y="11702"/>
                    <a:pt x="1" y="11825"/>
                    <a:pt x="1" y="11964"/>
                  </a:cubicBezTo>
                  <a:lnTo>
                    <a:pt x="1" y="12768"/>
                  </a:lnTo>
                  <a:cubicBezTo>
                    <a:pt x="1" y="13209"/>
                    <a:pt x="359" y="13555"/>
                    <a:pt x="801" y="13555"/>
                  </a:cubicBezTo>
                  <a:lnTo>
                    <a:pt x="13306" y="13555"/>
                  </a:lnTo>
                  <a:cubicBezTo>
                    <a:pt x="13445" y="13555"/>
                    <a:pt x="13568" y="13445"/>
                    <a:pt x="13568" y="13292"/>
                  </a:cubicBezTo>
                  <a:lnTo>
                    <a:pt x="13568" y="11798"/>
                  </a:lnTo>
                  <a:cubicBezTo>
                    <a:pt x="13568" y="11742"/>
                    <a:pt x="13528" y="11702"/>
                    <a:pt x="13485" y="11702"/>
                  </a:cubicBezTo>
                  <a:lnTo>
                    <a:pt x="13043" y="11702"/>
                  </a:lnTo>
                  <a:lnTo>
                    <a:pt x="13043" y="3224"/>
                  </a:lnTo>
                  <a:cubicBezTo>
                    <a:pt x="13043" y="2792"/>
                    <a:pt x="12682" y="2434"/>
                    <a:pt x="12240" y="2434"/>
                  </a:cubicBezTo>
                  <a:lnTo>
                    <a:pt x="9943" y="2434"/>
                  </a:lnTo>
                  <a:cubicBezTo>
                    <a:pt x="9903" y="2377"/>
                    <a:pt x="9833" y="2351"/>
                    <a:pt x="9764" y="2351"/>
                  </a:cubicBezTo>
                  <a:lnTo>
                    <a:pt x="9379" y="2324"/>
                  </a:lnTo>
                  <a:cubicBezTo>
                    <a:pt x="9335" y="2228"/>
                    <a:pt x="9296" y="2129"/>
                    <a:pt x="9252" y="2032"/>
                  </a:cubicBezTo>
                  <a:lnTo>
                    <a:pt x="9515" y="1743"/>
                  </a:lnTo>
                  <a:cubicBezTo>
                    <a:pt x="9611" y="1647"/>
                    <a:pt x="9611" y="1481"/>
                    <a:pt x="9515" y="1382"/>
                  </a:cubicBezTo>
                  <a:lnTo>
                    <a:pt x="8632" y="512"/>
                  </a:lnTo>
                  <a:cubicBezTo>
                    <a:pt x="8580" y="455"/>
                    <a:pt x="8511" y="428"/>
                    <a:pt x="8443" y="428"/>
                  </a:cubicBezTo>
                  <a:cubicBezTo>
                    <a:pt x="8379" y="428"/>
                    <a:pt x="8316" y="452"/>
                    <a:pt x="8270" y="499"/>
                  </a:cubicBezTo>
                  <a:lnTo>
                    <a:pt x="7981" y="761"/>
                  </a:lnTo>
                  <a:cubicBezTo>
                    <a:pt x="7885" y="718"/>
                    <a:pt x="7785" y="678"/>
                    <a:pt x="7689" y="651"/>
                  </a:cubicBezTo>
                  <a:lnTo>
                    <a:pt x="7676" y="250"/>
                  </a:lnTo>
                  <a:cubicBezTo>
                    <a:pt x="7662" y="110"/>
                    <a:pt x="7553" y="1"/>
                    <a:pt x="74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38"/>
            <p:cNvSpPr/>
            <p:nvPr/>
          </p:nvSpPr>
          <p:spPr>
            <a:xfrm>
              <a:off x="2619450" y="2159900"/>
              <a:ext cx="79600" cy="79250"/>
            </a:xfrm>
            <a:custGeom>
              <a:avLst/>
              <a:gdLst/>
              <a:ahLst/>
              <a:cxnLst/>
              <a:rect l="l" t="t" r="r" b="b"/>
              <a:pathLst>
                <a:path w="3184" h="3170" extrusionOk="0">
                  <a:moveTo>
                    <a:pt x="1590" y="527"/>
                  </a:moveTo>
                  <a:cubicBezTo>
                    <a:pt x="2171" y="527"/>
                    <a:pt x="2643" y="998"/>
                    <a:pt x="2643" y="1579"/>
                  </a:cubicBezTo>
                  <a:cubicBezTo>
                    <a:pt x="2614" y="2285"/>
                    <a:pt x="2099" y="2637"/>
                    <a:pt x="1584" y="2637"/>
                  </a:cubicBezTo>
                  <a:cubicBezTo>
                    <a:pt x="1069" y="2637"/>
                    <a:pt x="555" y="2285"/>
                    <a:pt x="528" y="1579"/>
                  </a:cubicBezTo>
                  <a:cubicBezTo>
                    <a:pt x="528" y="998"/>
                    <a:pt x="996" y="527"/>
                    <a:pt x="1590" y="527"/>
                  </a:cubicBezTo>
                  <a:close/>
                  <a:moveTo>
                    <a:pt x="1592" y="1"/>
                  </a:moveTo>
                  <a:cubicBezTo>
                    <a:pt x="817" y="1"/>
                    <a:pt x="42" y="527"/>
                    <a:pt x="0" y="1579"/>
                  </a:cubicBezTo>
                  <a:cubicBezTo>
                    <a:pt x="0" y="2462"/>
                    <a:pt x="707" y="3169"/>
                    <a:pt x="1590" y="3169"/>
                  </a:cubicBezTo>
                  <a:cubicBezTo>
                    <a:pt x="2463" y="3169"/>
                    <a:pt x="3184" y="2462"/>
                    <a:pt x="3184" y="1579"/>
                  </a:cubicBezTo>
                  <a:cubicBezTo>
                    <a:pt x="3142" y="527"/>
                    <a:pt x="2367" y="1"/>
                    <a:pt x="15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8"/>
            <p:cNvSpPr/>
            <p:nvPr/>
          </p:nvSpPr>
          <p:spPr>
            <a:xfrm>
              <a:off x="2560025" y="2282350"/>
              <a:ext cx="198375" cy="92325"/>
            </a:xfrm>
            <a:custGeom>
              <a:avLst/>
              <a:gdLst/>
              <a:ahLst/>
              <a:cxnLst/>
              <a:rect l="l" t="t" r="r" b="b"/>
              <a:pathLst>
                <a:path w="7935" h="3693" extrusionOk="0">
                  <a:moveTo>
                    <a:pt x="7138" y="525"/>
                  </a:moveTo>
                  <a:cubicBezTo>
                    <a:pt x="7274" y="525"/>
                    <a:pt x="7400" y="651"/>
                    <a:pt x="7400" y="788"/>
                  </a:cubicBezTo>
                  <a:cubicBezTo>
                    <a:pt x="7393" y="966"/>
                    <a:pt x="7268" y="1053"/>
                    <a:pt x="7142" y="1053"/>
                  </a:cubicBezTo>
                  <a:cubicBezTo>
                    <a:pt x="7012" y="1053"/>
                    <a:pt x="6880" y="962"/>
                    <a:pt x="6872" y="788"/>
                  </a:cubicBezTo>
                  <a:cubicBezTo>
                    <a:pt x="6872" y="651"/>
                    <a:pt x="6985" y="525"/>
                    <a:pt x="7138" y="525"/>
                  </a:cubicBezTo>
                  <a:close/>
                  <a:moveTo>
                    <a:pt x="3041" y="788"/>
                  </a:moveTo>
                  <a:cubicBezTo>
                    <a:pt x="3181" y="788"/>
                    <a:pt x="3303" y="914"/>
                    <a:pt x="3303" y="1050"/>
                  </a:cubicBezTo>
                  <a:cubicBezTo>
                    <a:pt x="3297" y="1231"/>
                    <a:pt x="3169" y="1321"/>
                    <a:pt x="3041" y="1321"/>
                  </a:cubicBezTo>
                  <a:cubicBezTo>
                    <a:pt x="2913" y="1321"/>
                    <a:pt x="2786" y="1231"/>
                    <a:pt x="2779" y="1050"/>
                  </a:cubicBezTo>
                  <a:cubicBezTo>
                    <a:pt x="2779" y="914"/>
                    <a:pt x="2888" y="788"/>
                    <a:pt x="3041" y="788"/>
                  </a:cubicBezTo>
                  <a:close/>
                  <a:moveTo>
                    <a:pt x="800" y="1797"/>
                  </a:moveTo>
                  <a:cubicBezTo>
                    <a:pt x="940" y="1797"/>
                    <a:pt x="1063" y="1910"/>
                    <a:pt x="1063" y="2062"/>
                  </a:cubicBezTo>
                  <a:cubicBezTo>
                    <a:pt x="1056" y="2235"/>
                    <a:pt x="928" y="2321"/>
                    <a:pt x="800" y="2321"/>
                  </a:cubicBezTo>
                  <a:cubicBezTo>
                    <a:pt x="673" y="2321"/>
                    <a:pt x="545" y="2235"/>
                    <a:pt x="538" y="2062"/>
                  </a:cubicBezTo>
                  <a:cubicBezTo>
                    <a:pt x="538" y="1910"/>
                    <a:pt x="648" y="1797"/>
                    <a:pt x="800" y="1797"/>
                  </a:cubicBezTo>
                  <a:close/>
                  <a:moveTo>
                    <a:pt x="5020" y="2643"/>
                  </a:moveTo>
                  <a:cubicBezTo>
                    <a:pt x="5159" y="2643"/>
                    <a:pt x="5282" y="2753"/>
                    <a:pt x="5282" y="2905"/>
                  </a:cubicBezTo>
                  <a:cubicBezTo>
                    <a:pt x="5282" y="3042"/>
                    <a:pt x="5159" y="3168"/>
                    <a:pt x="5020" y="3168"/>
                  </a:cubicBezTo>
                  <a:cubicBezTo>
                    <a:pt x="4674" y="3154"/>
                    <a:pt x="4674" y="2656"/>
                    <a:pt x="5020" y="2643"/>
                  </a:cubicBezTo>
                  <a:close/>
                  <a:moveTo>
                    <a:pt x="7120" y="1"/>
                  </a:moveTo>
                  <a:cubicBezTo>
                    <a:pt x="6548" y="1"/>
                    <a:pt x="6158" y="627"/>
                    <a:pt x="6417" y="1133"/>
                  </a:cubicBezTo>
                  <a:lnTo>
                    <a:pt x="5365" y="2185"/>
                  </a:lnTo>
                  <a:cubicBezTo>
                    <a:pt x="5262" y="2137"/>
                    <a:pt x="5141" y="2113"/>
                    <a:pt x="5020" y="2113"/>
                  </a:cubicBezTo>
                  <a:cubicBezTo>
                    <a:pt x="4898" y="2113"/>
                    <a:pt x="4777" y="2137"/>
                    <a:pt x="4674" y="2185"/>
                  </a:cubicBezTo>
                  <a:lnTo>
                    <a:pt x="3775" y="1368"/>
                  </a:lnTo>
                  <a:cubicBezTo>
                    <a:pt x="3995" y="863"/>
                    <a:pt x="3604" y="263"/>
                    <a:pt x="3059" y="263"/>
                  </a:cubicBezTo>
                  <a:cubicBezTo>
                    <a:pt x="3053" y="263"/>
                    <a:pt x="3047" y="263"/>
                    <a:pt x="3041" y="263"/>
                  </a:cubicBezTo>
                  <a:cubicBezTo>
                    <a:pt x="2600" y="263"/>
                    <a:pt x="2225" y="635"/>
                    <a:pt x="2254" y="1093"/>
                  </a:cubicBezTo>
                  <a:lnTo>
                    <a:pt x="1312" y="1465"/>
                  </a:lnTo>
                  <a:cubicBezTo>
                    <a:pt x="1161" y="1331"/>
                    <a:pt x="980" y="1270"/>
                    <a:pt x="803" y="1270"/>
                  </a:cubicBezTo>
                  <a:cubicBezTo>
                    <a:pt x="395" y="1270"/>
                    <a:pt x="0" y="1588"/>
                    <a:pt x="0" y="2062"/>
                  </a:cubicBezTo>
                  <a:cubicBezTo>
                    <a:pt x="0" y="2504"/>
                    <a:pt x="359" y="2849"/>
                    <a:pt x="800" y="2849"/>
                  </a:cubicBezTo>
                  <a:cubicBezTo>
                    <a:pt x="807" y="2849"/>
                    <a:pt x="814" y="2849"/>
                    <a:pt x="821" y="2849"/>
                  </a:cubicBezTo>
                  <a:cubicBezTo>
                    <a:pt x="1296" y="2849"/>
                    <a:pt x="1659" y="2401"/>
                    <a:pt x="1577" y="1923"/>
                  </a:cubicBezTo>
                  <a:lnTo>
                    <a:pt x="2447" y="1578"/>
                  </a:lnTo>
                  <a:cubicBezTo>
                    <a:pt x="2590" y="1754"/>
                    <a:pt x="2822" y="1852"/>
                    <a:pt x="3051" y="1852"/>
                  </a:cubicBezTo>
                  <a:cubicBezTo>
                    <a:pt x="3180" y="1852"/>
                    <a:pt x="3307" y="1821"/>
                    <a:pt x="3416" y="1757"/>
                  </a:cubicBezTo>
                  <a:lnTo>
                    <a:pt x="4299" y="2574"/>
                  </a:lnTo>
                  <a:cubicBezTo>
                    <a:pt x="4053" y="3079"/>
                    <a:pt x="4444" y="3692"/>
                    <a:pt x="5002" y="3692"/>
                  </a:cubicBezTo>
                  <a:cubicBezTo>
                    <a:pt x="5008" y="3692"/>
                    <a:pt x="5014" y="3692"/>
                    <a:pt x="5020" y="3692"/>
                  </a:cubicBezTo>
                  <a:cubicBezTo>
                    <a:pt x="5025" y="3692"/>
                    <a:pt x="5031" y="3692"/>
                    <a:pt x="5037" y="3692"/>
                  </a:cubicBezTo>
                  <a:cubicBezTo>
                    <a:pt x="5595" y="3692"/>
                    <a:pt x="5986" y="3066"/>
                    <a:pt x="5740" y="2560"/>
                  </a:cubicBezTo>
                  <a:lnTo>
                    <a:pt x="6789" y="1508"/>
                  </a:lnTo>
                  <a:cubicBezTo>
                    <a:pt x="6897" y="1560"/>
                    <a:pt x="7011" y="1585"/>
                    <a:pt x="7123" y="1585"/>
                  </a:cubicBezTo>
                  <a:cubicBezTo>
                    <a:pt x="7542" y="1585"/>
                    <a:pt x="7935" y="1246"/>
                    <a:pt x="7924" y="788"/>
                  </a:cubicBezTo>
                  <a:cubicBezTo>
                    <a:pt x="7924" y="359"/>
                    <a:pt x="7566" y="1"/>
                    <a:pt x="7138" y="1"/>
                  </a:cubicBezTo>
                  <a:cubicBezTo>
                    <a:pt x="7132" y="1"/>
                    <a:pt x="7126" y="1"/>
                    <a:pt x="71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816" name="Google Shape;816;p38"/>
          <p:cNvCxnSpPr>
            <a:stCxn id="817" idx="3"/>
            <a:endCxn id="811" idx="1"/>
          </p:cNvCxnSpPr>
          <p:nvPr/>
        </p:nvCxnSpPr>
        <p:spPr>
          <a:xfrm>
            <a:off x="3026440" y="2116499"/>
            <a:ext cx="304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818" name="Google Shape;818;p38"/>
          <p:cNvSpPr/>
          <p:nvPr/>
        </p:nvSpPr>
        <p:spPr>
          <a:xfrm>
            <a:off x="5725712" y="1832987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9" name="Google Shape;819;p38"/>
          <p:cNvCxnSpPr>
            <a:stCxn id="820" idx="3"/>
            <a:endCxn id="818" idx="1"/>
          </p:cNvCxnSpPr>
          <p:nvPr/>
        </p:nvCxnSpPr>
        <p:spPr>
          <a:xfrm>
            <a:off x="5420915" y="2116500"/>
            <a:ext cx="304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grpSp>
        <p:nvGrpSpPr>
          <p:cNvPr id="858" name="Google Shape;858;p38"/>
          <p:cNvGrpSpPr/>
          <p:nvPr/>
        </p:nvGrpSpPr>
        <p:grpSpPr>
          <a:xfrm>
            <a:off x="5869937" y="1946837"/>
            <a:ext cx="338875" cy="339300"/>
            <a:chOff x="2518850" y="3256400"/>
            <a:chExt cx="338875" cy="339300"/>
          </a:xfrm>
        </p:grpSpPr>
        <p:sp>
          <p:nvSpPr>
            <p:cNvPr id="859" name="Google Shape;859;p38"/>
            <p:cNvSpPr/>
            <p:nvPr/>
          </p:nvSpPr>
          <p:spPr>
            <a:xfrm>
              <a:off x="2518850" y="3256400"/>
              <a:ext cx="338875" cy="339300"/>
            </a:xfrm>
            <a:custGeom>
              <a:avLst/>
              <a:gdLst/>
              <a:ahLst/>
              <a:cxnLst/>
              <a:rect l="l" t="t" r="r" b="b"/>
              <a:pathLst>
                <a:path w="13555" h="13572" extrusionOk="0">
                  <a:moveTo>
                    <a:pt x="8370" y="2975"/>
                  </a:moveTo>
                  <a:lnTo>
                    <a:pt x="8370" y="3500"/>
                  </a:lnTo>
                  <a:lnTo>
                    <a:pt x="7842" y="3500"/>
                  </a:lnTo>
                  <a:lnTo>
                    <a:pt x="7842" y="2975"/>
                  </a:lnTo>
                  <a:close/>
                  <a:moveTo>
                    <a:pt x="4662" y="5259"/>
                  </a:moveTo>
                  <a:lnTo>
                    <a:pt x="4662" y="7317"/>
                  </a:lnTo>
                  <a:lnTo>
                    <a:pt x="3596" y="7317"/>
                  </a:lnTo>
                  <a:lnTo>
                    <a:pt x="3596" y="5259"/>
                  </a:lnTo>
                  <a:close/>
                  <a:moveTo>
                    <a:pt x="7304" y="542"/>
                  </a:moveTo>
                  <a:lnTo>
                    <a:pt x="7304" y="7317"/>
                  </a:lnTo>
                  <a:lnTo>
                    <a:pt x="6252" y="7317"/>
                  </a:lnTo>
                  <a:lnTo>
                    <a:pt x="6252" y="542"/>
                  </a:lnTo>
                  <a:close/>
                  <a:moveTo>
                    <a:pt x="8370" y="4027"/>
                  </a:moveTo>
                  <a:lnTo>
                    <a:pt x="8370" y="7317"/>
                  </a:lnTo>
                  <a:lnTo>
                    <a:pt x="7842" y="7317"/>
                  </a:lnTo>
                  <a:lnTo>
                    <a:pt x="7842" y="4027"/>
                  </a:lnTo>
                  <a:close/>
                  <a:moveTo>
                    <a:pt x="9960" y="2451"/>
                  </a:moveTo>
                  <a:lnTo>
                    <a:pt x="9960" y="7317"/>
                  </a:lnTo>
                  <a:lnTo>
                    <a:pt x="8894" y="7317"/>
                  </a:lnTo>
                  <a:lnTo>
                    <a:pt x="8894" y="2451"/>
                  </a:lnTo>
                  <a:close/>
                  <a:moveTo>
                    <a:pt x="11440" y="4027"/>
                  </a:moveTo>
                  <a:lnTo>
                    <a:pt x="11440" y="10653"/>
                  </a:lnTo>
                  <a:lnTo>
                    <a:pt x="2115" y="10653"/>
                  </a:lnTo>
                  <a:lnTo>
                    <a:pt x="2115" y="4027"/>
                  </a:lnTo>
                  <a:lnTo>
                    <a:pt x="5727" y="4027"/>
                  </a:lnTo>
                  <a:lnTo>
                    <a:pt x="5727" y="7317"/>
                  </a:lnTo>
                  <a:lnTo>
                    <a:pt x="5186" y="7317"/>
                  </a:lnTo>
                  <a:lnTo>
                    <a:pt x="5186" y="4980"/>
                  </a:lnTo>
                  <a:cubicBezTo>
                    <a:pt x="5186" y="4844"/>
                    <a:pt x="5077" y="4718"/>
                    <a:pt x="4924" y="4718"/>
                  </a:cubicBezTo>
                  <a:lnTo>
                    <a:pt x="3334" y="4718"/>
                  </a:lnTo>
                  <a:cubicBezTo>
                    <a:pt x="3194" y="4718"/>
                    <a:pt x="3071" y="4844"/>
                    <a:pt x="3071" y="4980"/>
                  </a:cubicBezTo>
                  <a:lnTo>
                    <a:pt x="3071" y="7317"/>
                  </a:lnTo>
                  <a:lnTo>
                    <a:pt x="2932" y="7317"/>
                  </a:lnTo>
                  <a:cubicBezTo>
                    <a:pt x="2587" y="7334"/>
                    <a:pt x="2587" y="7832"/>
                    <a:pt x="2932" y="7845"/>
                  </a:cubicBezTo>
                  <a:lnTo>
                    <a:pt x="10624" y="7845"/>
                  </a:lnTo>
                  <a:cubicBezTo>
                    <a:pt x="10969" y="7832"/>
                    <a:pt x="10969" y="7334"/>
                    <a:pt x="10624" y="7317"/>
                  </a:cubicBezTo>
                  <a:lnTo>
                    <a:pt x="10484" y="7317"/>
                  </a:lnTo>
                  <a:lnTo>
                    <a:pt x="10484" y="4027"/>
                  </a:lnTo>
                  <a:close/>
                  <a:moveTo>
                    <a:pt x="12240" y="2975"/>
                  </a:moveTo>
                  <a:cubicBezTo>
                    <a:pt x="12380" y="2975"/>
                    <a:pt x="12502" y="3085"/>
                    <a:pt x="12502" y="3237"/>
                  </a:cubicBezTo>
                  <a:lnTo>
                    <a:pt x="12502" y="11716"/>
                  </a:lnTo>
                  <a:lnTo>
                    <a:pt x="8370" y="11716"/>
                  </a:lnTo>
                  <a:cubicBezTo>
                    <a:pt x="8217" y="11716"/>
                    <a:pt x="8104" y="11828"/>
                    <a:pt x="8104" y="11981"/>
                  </a:cubicBezTo>
                  <a:lnTo>
                    <a:pt x="5448" y="11981"/>
                  </a:lnTo>
                  <a:cubicBezTo>
                    <a:pt x="5448" y="11828"/>
                    <a:pt x="5339" y="11716"/>
                    <a:pt x="5186" y="11716"/>
                  </a:cubicBezTo>
                  <a:lnTo>
                    <a:pt x="1050" y="11716"/>
                  </a:lnTo>
                  <a:lnTo>
                    <a:pt x="1050" y="3237"/>
                  </a:lnTo>
                  <a:cubicBezTo>
                    <a:pt x="1050" y="3085"/>
                    <a:pt x="1176" y="2975"/>
                    <a:pt x="1329" y="2975"/>
                  </a:cubicBezTo>
                  <a:lnTo>
                    <a:pt x="5727" y="2975"/>
                  </a:lnTo>
                  <a:lnTo>
                    <a:pt x="5727" y="3500"/>
                  </a:lnTo>
                  <a:lnTo>
                    <a:pt x="1853" y="3500"/>
                  </a:lnTo>
                  <a:cubicBezTo>
                    <a:pt x="1701" y="3500"/>
                    <a:pt x="1591" y="3626"/>
                    <a:pt x="1591" y="3765"/>
                  </a:cubicBezTo>
                  <a:lnTo>
                    <a:pt x="1591" y="10915"/>
                  </a:lnTo>
                  <a:cubicBezTo>
                    <a:pt x="1591" y="11068"/>
                    <a:pt x="1701" y="11191"/>
                    <a:pt x="1853" y="11191"/>
                  </a:cubicBezTo>
                  <a:lnTo>
                    <a:pt x="11702" y="11191"/>
                  </a:lnTo>
                  <a:cubicBezTo>
                    <a:pt x="11855" y="11191"/>
                    <a:pt x="11965" y="11068"/>
                    <a:pt x="11965" y="10915"/>
                  </a:cubicBezTo>
                  <a:lnTo>
                    <a:pt x="11965" y="3765"/>
                  </a:lnTo>
                  <a:cubicBezTo>
                    <a:pt x="11965" y="3626"/>
                    <a:pt x="11855" y="3500"/>
                    <a:pt x="11702" y="3500"/>
                  </a:cubicBezTo>
                  <a:lnTo>
                    <a:pt x="10484" y="3500"/>
                  </a:lnTo>
                  <a:lnTo>
                    <a:pt x="10484" y="2975"/>
                  </a:lnTo>
                  <a:close/>
                  <a:moveTo>
                    <a:pt x="13030" y="12243"/>
                  </a:moveTo>
                  <a:lnTo>
                    <a:pt x="13030" y="12768"/>
                  </a:lnTo>
                  <a:cubicBezTo>
                    <a:pt x="13030" y="12921"/>
                    <a:pt x="12904" y="13043"/>
                    <a:pt x="12768" y="13043"/>
                  </a:cubicBezTo>
                  <a:lnTo>
                    <a:pt x="788" y="13043"/>
                  </a:lnTo>
                  <a:cubicBezTo>
                    <a:pt x="652" y="13043"/>
                    <a:pt x="525" y="12921"/>
                    <a:pt x="525" y="12768"/>
                  </a:cubicBezTo>
                  <a:lnTo>
                    <a:pt x="525" y="12243"/>
                  </a:lnTo>
                  <a:lnTo>
                    <a:pt x="4994" y="12243"/>
                  </a:lnTo>
                  <a:cubicBezTo>
                    <a:pt x="5090" y="12409"/>
                    <a:pt x="5256" y="12506"/>
                    <a:pt x="5448" y="12506"/>
                  </a:cubicBezTo>
                  <a:lnTo>
                    <a:pt x="8104" y="12506"/>
                  </a:lnTo>
                  <a:cubicBezTo>
                    <a:pt x="8300" y="12506"/>
                    <a:pt x="8466" y="12409"/>
                    <a:pt x="8562" y="12243"/>
                  </a:cubicBezTo>
                  <a:close/>
                  <a:moveTo>
                    <a:pt x="5989" y="1"/>
                  </a:moveTo>
                  <a:cubicBezTo>
                    <a:pt x="5837" y="1"/>
                    <a:pt x="5727" y="127"/>
                    <a:pt x="5727" y="280"/>
                  </a:cubicBezTo>
                  <a:lnTo>
                    <a:pt x="5727" y="2451"/>
                  </a:lnTo>
                  <a:lnTo>
                    <a:pt x="1329" y="2451"/>
                  </a:lnTo>
                  <a:cubicBezTo>
                    <a:pt x="884" y="2451"/>
                    <a:pt x="525" y="2796"/>
                    <a:pt x="525" y="3237"/>
                  </a:cubicBezTo>
                  <a:lnTo>
                    <a:pt x="525" y="11716"/>
                  </a:lnTo>
                  <a:lnTo>
                    <a:pt x="263" y="11716"/>
                  </a:lnTo>
                  <a:cubicBezTo>
                    <a:pt x="110" y="11716"/>
                    <a:pt x="1" y="11828"/>
                    <a:pt x="1" y="11981"/>
                  </a:cubicBezTo>
                  <a:lnTo>
                    <a:pt x="1" y="12768"/>
                  </a:lnTo>
                  <a:cubicBezTo>
                    <a:pt x="1" y="13209"/>
                    <a:pt x="359" y="13571"/>
                    <a:pt x="788" y="13571"/>
                  </a:cubicBezTo>
                  <a:lnTo>
                    <a:pt x="12768" y="13571"/>
                  </a:lnTo>
                  <a:cubicBezTo>
                    <a:pt x="13210" y="13571"/>
                    <a:pt x="13555" y="13209"/>
                    <a:pt x="13555" y="12768"/>
                  </a:cubicBezTo>
                  <a:lnTo>
                    <a:pt x="13555" y="11981"/>
                  </a:lnTo>
                  <a:cubicBezTo>
                    <a:pt x="13555" y="11828"/>
                    <a:pt x="13445" y="11716"/>
                    <a:pt x="13293" y="11716"/>
                  </a:cubicBezTo>
                  <a:lnTo>
                    <a:pt x="13030" y="11716"/>
                  </a:lnTo>
                  <a:lnTo>
                    <a:pt x="13030" y="3237"/>
                  </a:lnTo>
                  <a:cubicBezTo>
                    <a:pt x="13030" y="2796"/>
                    <a:pt x="12668" y="2451"/>
                    <a:pt x="12240" y="2451"/>
                  </a:cubicBezTo>
                  <a:lnTo>
                    <a:pt x="10484" y="2451"/>
                  </a:lnTo>
                  <a:lnTo>
                    <a:pt x="10484" y="2172"/>
                  </a:lnTo>
                  <a:cubicBezTo>
                    <a:pt x="10484" y="2036"/>
                    <a:pt x="10375" y="1909"/>
                    <a:pt x="10222" y="1909"/>
                  </a:cubicBezTo>
                  <a:lnTo>
                    <a:pt x="8632" y="1909"/>
                  </a:lnTo>
                  <a:cubicBezTo>
                    <a:pt x="8492" y="1909"/>
                    <a:pt x="8370" y="2036"/>
                    <a:pt x="8370" y="2172"/>
                  </a:cubicBezTo>
                  <a:lnTo>
                    <a:pt x="8370" y="2451"/>
                  </a:lnTo>
                  <a:lnTo>
                    <a:pt x="7842" y="2451"/>
                  </a:lnTo>
                  <a:lnTo>
                    <a:pt x="7842" y="280"/>
                  </a:lnTo>
                  <a:cubicBezTo>
                    <a:pt x="7842" y="127"/>
                    <a:pt x="7719" y="1"/>
                    <a:pt x="7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38"/>
            <p:cNvSpPr/>
            <p:nvPr/>
          </p:nvSpPr>
          <p:spPr>
            <a:xfrm>
              <a:off x="2583850" y="3465950"/>
              <a:ext cx="96125" cy="13225"/>
            </a:xfrm>
            <a:custGeom>
              <a:avLst/>
              <a:gdLst/>
              <a:ahLst/>
              <a:cxnLst/>
              <a:rect l="l" t="t" r="r" b="b"/>
              <a:pathLst>
                <a:path w="3845" h="529" extrusionOk="0">
                  <a:moveTo>
                    <a:pt x="345" y="1"/>
                  </a:moveTo>
                  <a:cubicBezTo>
                    <a:pt x="0" y="1"/>
                    <a:pt x="0" y="512"/>
                    <a:pt x="345" y="528"/>
                  </a:cubicBezTo>
                  <a:lnTo>
                    <a:pt x="3542" y="528"/>
                  </a:lnTo>
                  <a:cubicBezTo>
                    <a:pt x="3678" y="528"/>
                    <a:pt x="3804" y="429"/>
                    <a:pt x="3818" y="306"/>
                  </a:cubicBezTo>
                  <a:cubicBezTo>
                    <a:pt x="3844" y="140"/>
                    <a:pt x="3721" y="1"/>
                    <a:pt x="35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38"/>
            <p:cNvSpPr/>
            <p:nvPr/>
          </p:nvSpPr>
          <p:spPr>
            <a:xfrm>
              <a:off x="2583850" y="3492250"/>
              <a:ext cx="96125" cy="13150"/>
            </a:xfrm>
            <a:custGeom>
              <a:avLst/>
              <a:gdLst/>
              <a:ahLst/>
              <a:cxnLst/>
              <a:rect l="l" t="t" r="r" b="b"/>
              <a:pathLst>
                <a:path w="3845" h="526" extrusionOk="0">
                  <a:moveTo>
                    <a:pt x="345" y="1"/>
                  </a:moveTo>
                  <a:cubicBezTo>
                    <a:pt x="0" y="14"/>
                    <a:pt x="0" y="512"/>
                    <a:pt x="345" y="525"/>
                  </a:cubicBezTo>
                  <a:lnTo>
                    <a:pt x="3542" y="525"/>
                  </a:lnTo>
                  <a:cubicBezTo>
                    <a:pt x="3678" y="525"/>
                    <a:pt x="3804" y="442"/>
                    <a:pt x="3818" y="306"/>
                  </a:cubicBezTo>
                  <a:cubicBezTo>
                    <a:pt x="3844" y="140"/>
                    <a:pt x="3721" y="1"/>
                    <a:pt x="35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38"/>
            <p:cNvSpPr/>
            <p:nvPr/>
          </p:nvSpPr>
          <p:spPr>
            <a:xfrm>
              <a:off x="2695550" y="3465950"/>
              <a:ext cx="96125" cy="13225"/>
            </a:xfrm>
            <a:custGeom>
              <a:avLst/>
              <a:gdLst/>
              <a:ahLst/>
              <a:cxnLst/>
              <a:rect l="l" t="t" r="r" b="b"/>
              <a:pathLst>
                <a:path w="3845" h="529" extrusionOk="0">
                  <a:moveTo>
                    <a:pt x="359" y="1"/>
                  </a:moveTo>
                  <a:cubicBezTo>
                    <a:pt x="14" y="1"/>
                    <a:pt x="0" y="512"/>
                    <a:pt x="359" y="528"/>
                  </a:cubicBezTo>
                  <a:lnTo>
                    <a:pt x="3556" y="528"/>
                  </a:lnTo>
                  <a:cubicBezTo>
                    <a:pt x="3692" y="528"/>
                    <a:pt x="3805" y="429"/>
                    <a:pt x="3831" y="306"/>
                  </a:cubicBezTo>
                  <a:cubicBezTo>
                    <a:pt x="3844" y="140"/>
                    <a:pt x="3722" y="1"/>
                    <a:pt x="35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38"/>
            <p:cNvSpPr/>
            <p:nvPr/>
          </p:nvSpPr>
          <p:spPr>
            <a:xfrm>
              <a:off x="2695550" y="3492250"/>
              <a:ext cx="96125" cy="13150"/>
            </a:xfrm>
            <a:custGeom>
              <a:avLst/>
              <a:gdLst/>
              <a:ahLst/>
              <a:cxnLst/>
              <a:rect l="l" t="t" r="r" b="b"/>
              <a:pathLst>
                <a:path w="3845" h="526" extrusionOk="0">
                  <a:moveTo>
                    <a:pt x="359" y="1"/>
                  </a:moveTo>
                  <a:cubicBezTo>
                    <a:pt x="14" y="14"/>
                    <a:pt x="0" y="512"/>
                    <a:pt x="359" y="525"/>
                  </a:cubicBezTo>
                  <a:lnTo>
                    <a:pt x="3556" y="525"/>
                  </a:lnTo>
                  <a:cubicBezTo>
                    <a:pt x="3692" y="525"/>
                    <a:pt x="3805" y="442"/>
                    <a:pt x="3831" y="306"/>
                  </a:cubicBezTo>
                  <a:cubicBezTo>
                    <a:pt x="3844" y="140"/>
                    <a:pt x="3722" y="1"/>
                    <a:pt x="35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0" name="Google Shape;820;p38"/>
          <p:cNvSpPr txBox="1">
            <a:spLocks noGrp="1"/>
          </p:cNvSpPr>
          <p:nvPr>
            <p:ph type="title" idx="9"/>
          </p:nvPr>
        </p:nvSpPr>
        <p:spPr>
          <a:xfrm>
            <a:off x="4853915" y="1833000"/>
            <a:ext cx="5670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02</a:t>
            </a:r>
            <a:endParaRPr sz="2000"/>
          </a:p>
        </p:txBody>
      </p:sp>
      <p:sp>
        <p:nvSpPr>
          <p:cNvPr id="817" name="Google Shape;817;p38"/>
          <p:cNvSpPr txBox="1">
            <a:spLocks noGrp="1"/>
          </p:cNvSpPr>
          <p:nvPr>
            <p:ph type="title" idx="7"/>
          </p:nvPr>
        </p:nvSpPr>
        <p:spPr>
          <a:xfrm>
            <a:off x="2459440" y="1832999"/>
            <a:ext cx="5670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01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40"/>
          <p:cNvSpPr txBox="1">
            <a:spLocks noGrp="1"/>
          </p:cNvSpPr>
          <p:nvPr>
            <p:ph type="title"/>
          </p:nvPr>
        </p:nvSpPr>
        <p:spPr>
          <a:xfrm>
            <a:off x="4035274" y="2096384"/>
            <a:ext cx="4158300" cy="15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背景介紹</a:t>
            </a:r>
            <a:endParaRPr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15" name="Google Shape;915;p40"/>
          <p:cNvSpPr txBox="1">
            <a:spLocks noGrp="1"/>
          </p:cNvSpPr>
          <p:nvPr>
            <p:ph type="title" idx="2"/>
          </p:nvPr>
        </p:nvSpPr>
        <p:spPr>
          <a:xfrm>
            <a:off x="2554114" y="2127445"/>
            <a:ext cx="9690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grpSp>
        <p:nvGrpSpPr>
          <p:cNvPr id="916" name="Google Shape;916;p40"/>
          <p:cNvGrpSpPr/>
          <p:nvPr/>
        </p:nvGrpSpPr>
        <p:grpSpPr>
          <a:xfrm flipH="1">
            <a:off x="6775879" y="3868746"/>
            <a:ext cx="3599787" cy="1044104"/>
            <a:chOff x="-1431671" y="656496"/>
            <a:chExt cx="3599787" cy="1044104"/>
          </a:xfrm>
        </p:grpSpPr>
        <p:grpSp>
          <p:nvGrpSpPr>
            <p:cNvPr id="917" name="Google Shape;917;p40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918" name="Google Shape;918;p40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19" name="Google Shape;919;p40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0" name="Google Shape;920;p40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921" name="Google Shape;921;p40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922" name="Google Shape;922;p40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3" name="Google Shape;923;p40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924" name="Google Shape;924;p40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925" name="Google Shape;925;p40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6" name="Google Shape;926;p40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927" name="Google Shape;927;p40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928" name="Google Shape;928;p40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9" name="Google Shape;929;p40"/>
            <p:cNvGrpSpPr/>
            <p:nvPr/>
          </p:nvGrpSpPr>
          <p:grpSpPr>
            <a:xfrm>
              <a:off x="-856882" y="656496"/>
              <a:ext cx="2430997" cy="185534"/>
              <a:chOff x="1748547" y="1392116"/>
              <a:chExt cx="5911958" cy="451312"/>
            </a:xfrm>
          </p:grpSpPr>
          <p:sp>
            <p:nvSpPr>
              <p:cNvPr id="930" name="Google Shape;930;p40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931" name="Google Shape;931;p40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2" name="Google Shape;932;p40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933" name="Google Shape;933;p40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34" name="Google Shape;934;p40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7">
          <a:extLst>
            <a:ext uri="{FF2B5EF4-FFF2-40B4-BE49-F238E27FC236}">
              <a16:creationId xmlns:a16="http://schemas.microsoft.com/office/drawing/2014/main" id="{8D6F1360-A219-D3BA-3F77-ABA6C5A10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47">
            <a:extLst>
              <a:ext uri="{FF2B5EF4-FFF2-40B4-BE49-F238E27FC236}">
                <a16:creationId xmlns:a16="http://schemas.microsoft.com/office/drawing/2014/main" id="{10697AE0-4F7E-73B2-DBB0-EE0140708A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8566" y="1926210"/>
            <a:ext cx="8643668" cy="187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「開發一位新客戶的成本，通常是留住既有客戶的 </a:t>
            </a:r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5 </a:t>
            </a:r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倍以上；</a:t>
            </a:r>
            <a:b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而顧客流失率只要降低 </a:t>
            </a:r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5%</a:t>
            </a:r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，就可能為企業帶來 </a:t>
            </a:r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25%–85% </a:t>
            </a:r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的利潤成長。」</a:t>
            </a:r>
            <a:br>
              <a:rPr lang="zh-TW" altLang="en-US" sz="32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— </a:t>
            </a:r>
            <a:r>
              <a:rPr lang="en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Reichheld &amp; Sasser（1990）</a:t>
            </a:r>
            <a:endParaRPr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80607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問題背景</a:t>
            </a:r>
            <a:endParaRPr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CF65808-73A2-FA73-E5CE-D80EFFC415D2}"/>
              </a:ext>
            </a:extLst>
          </p:cNvPr>
          <p:cNvSpPr>
            <a:spLocks noGrp="1" noChangeArrowheads="1"/>
          </p:cNvSpPr>
          <p:nvPr>
            <p:ph type="subTitle" idx="2"/>
          </p:nvPr>
        </p:nvSpPr>
        <p:spPr bwMode="auto">
          <a:xfrm>
            <a:off x="154300" y="1619951"/>
            <a:ext cx="501460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多數企業專注於獲取新客戶，卻低估了客戶流失造成的長期成本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客戶流失不僅代表收入減少，還會影響：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顧客終身價值（Customer Lifetime Value, CLV）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行銷投資報酬率（ROI）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品牌口碑與推薦效應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8587D1A-FBE6-899F-398D-8FB139F02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4600" y="1379574"/>
            <a:ext cx="3975100" cy="3035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8874B6-A1A8-F379-150A-562E42E59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以信用卡公司為例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D3EA1B9-20AF-57E3-B82E-346253BC18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64600" y="1536101"/>
            <a:ext cx="3962400" cy="2655498"/>
          </a:xfrm>
        </p:spPr>
        <p:txBody>
          <a:bodyPr/>
          <a:lstStyle/>
          <a:p>
            <a:pPr marL="0"/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當信用卡公司將客戶流失率從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20%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降至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10%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時，其與客戶關係的平均持續時間從五年增加到十年，客戶價值從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134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美元躍升至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300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美元。當流失率再下降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5%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時，客戶關係的平均持續時間再次翻番，利潤成長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75%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－從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300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美元增加到</a:t>
            </a:r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525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美元。</a:t>
            </a:r>
          </a:p>
        </p:txBody>
      </p:sp>
      <p:sp>
        <p:nvSpPr>
          <p:cNvPr id="4" name="副標題 3">
            <a:extLst>
              <a:ext uri="{FF2B5EF4-FFF2-40B4-BE49-F238E27FC236}">
                <a16:creationId xmlns:a16="http://schemas.microsoft.com/office/drawing/2014/main" id="{5BD98925-287C-45A4-23B8-A1DE1BD385CD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F78572C-838C-9C3A-BFB4-E5024F19D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130300"/>
            <a:ext cx="396240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074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78FAAE-815B-A95C-204C-09EF3773A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不同產業的客戶流失情況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D3DF6A3-53EC-8DCD-07BB-FEF40BD1C0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副標題 3">
            <a:extLst>
              <a:ext uri="{FF2B5EF4-FFF2-40B4-BE49-F238E27FC236}">
                <a16:creationId xmlns:a16="http://schemas.microsoft.com/office/drawing/2014/main" id="{E40AAFB8-604C-51D3-5D29-35BDF91BC8DE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1254245" y="1908925"/>
            <a:ext cx="3040800" cy="2103600"/>
          </a:xfrm>
        </p:spPr>
        <p:txBody>
          <a:bodyPr/>
          <a:lstStyle/>
          <a:p>
            <a:endParaRPr kumimoji="1" lang="zh-TW" altLang="en-US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1536833E-7F92-04E9-C7A3-797A6422B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49" y="907593"/>
            <a:ext cx="7429500" cy="302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5EECF57A-1A41-B3F7-7B23-D9A25025E42F}"/>
              </a:ext>
            </a:extLst>
          </p:cNvPr>
          <p:cNvSpPr txBox="1"/>
          <p:nvPr/>
        </p:nvSpPr>
        <p:spPr>
          <a:xfrm>
            <a:off x="1055747" y="3820061"/>
            <a:ext cx="703250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整體而言，利潤會隨著流失率的下降而成長。例如，在一家銀行的分行系統中，客戶流失率僅降低 5% 就帶來了 85% 的利潤增長；在一家保險經紀公司中，利潤增長了 50%；在一家汽車服務連鎖店中，利潤增長了 30%。</a:t>
            </a:r>
          </a:p>
        </p:txBody>
      </p:sp>
    </p:spTree>
    <p:extLst>
      <p:ext uri="{BB962C8B-B14F-4D97-AF65-F5344CB8AC3E}">
        <p14:creationId xmlns:p14="http://schemas.microsoft.com/office/powerpoint/2010/main" val="1623941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B53DF1-BF10-BE57-7D7F-897DD8F10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企業痛點</a:t>
            </a:r>
          </a:p>
        </p:txBody>
      </p:sp>
      <p:graphicFrame>
        <p:nvGraphicFramePr>
          <p:cNvPr id="6" name="資料庫圖表 5">
            <a:extLst>
              <a:ext uri="{FF2B5EF4-FFF2-40B4-BE49-F238E27FC236}">
                <a16:creationId xmlns:a16="http://schemas.microsoft.com/office/drawing/2014/main" id="{0B54D2AF-C0D1-6621-88AC-206067999D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3574384"/>
              </p:ext>
            </p:extLst>
          </p:nvPr>
        </p:nvGraphicFramePr>
        <p:xfrm>
          <a:off x="1524000" y="85725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Google Shape;976;p44">
            <a:extLst>
              <a:ext uri="{FF2B5EF4-FFF2-40B4-BE49-F238E27FC236}">
                <a16:creationId xmlns:a16="http://schemas.microsoft.com/office/drawing/2014/main" id="{E5FD45B0-0C2B-7565-3E1C-92550E2E6FB5}"/>
              </a:ext>
            </a:extLst>
          </p:cNvPr>
          <p:cNvSpPr/>
          <p:nvPr/>
        </p:nvSpPr>
        <p:spPr>
          <a:xfrm>
            <a:off x="1827313" y="1429950"/>
            <a:ext cx="547587" cy="523175"/>
          </a:xfrm>
          <a:custGeom>
            <a:avLst/>
            <a:gdLst/>
            <a:ahLst/>
            <a:cxnLst/>
            <a:rect l="l" t="t" r="r" b="b"/>
            <a:pathLst>
              <a:path w="13665" h="13562" extrusionOk="0">
                <a:moveTo>
                  <a:pt x="4579" y="6518"/>
                </a:moveTo>
                <a:lnTo>
                  <a:pt x="4579" y="11650"/>
                </a:lnTo>
                <a:lnTo>
                  <a:pt x="3526" y="11650"/>
                </a:lnTo>
                <a:lnTo>
                  <a:pt x="3526" y="6518"/>
                </a:lnTo>
                <a:close/>
                <a:moveTo>
                  <a:pt x="4316" y="2163"/>
                </a:moveTo>
                <a:cubicBezTo>
                  <a:pt x="5422" y="2631"/>
                  <a:pt x="5561" y="5024"/>
                  <a:pt x="6956" y="5273"/>
                </a:cubicBezTo>
                <a:lnTo>
                  <a:pt x="6956" y="9160"/>
                </a:lnTo>
                <a:lnTo>
                  <a:pt x="6431" y="9160"/>
                </a:lnTo>
                <a:cubicBezTo>
                  <a:pt x="6292" y="9160"/>
                  <a:pt x="6169" y="9286"/>
                  <a:pt x="6169" y="9422"/>
                </a:cubicBezTo>
                <a:lnTo>
                  <a:pt x="6169" y="11650"/>
                </a:lnTo>
                <a:lnTo>
                  <a:pt x="5103" y="11650"/>
                </a:lnTo>
                <a:lnTo>
                  <a:pt x="5103" y="6242"/>
                </a:lnTo>
                <a:cubicBezTo>
                  <a:pt x="5103" y="6103"/>
                  <a:pt x="4994" y="5980"/>
                  <a:pt x="4841" y="5980"/>
                </a:cubicBezTo>
                <a:lnTo>
                  <a:pt x="4316" y="5980"/>
                </a:lnTo>
                <a:lnTo>
                  <a:pt x="4316" y="2163"/>
                </a:lnTo>
                <a:close/>
                <a:moveTo>
                  <a:pt x="7759" y="9685"/>
                </a:moveTo>
                <a:lnTo>
                  <a:pt x="7759" y="11650"/>
                </a:lnTo>
                <a:lnTo>
                  <a:pt x="6693" y="11650"/>
                </a:lnTo>
                <a:lnTo>
                  <a:pt x="6693" y="9685"/>
                </a:lnTo>
                <a:close/>
                <a:moveTo>
                  <a:pt x="10139" y="586"/>
                </a:moveTo>
                <a:lnTo>
                  <a:pt x="10139" y="4390"/>
                </a:lnTo>
                <a:lnTo>
                  <a:pt x="9611" y="4390"/>
                </a:lnTo>
                <a:cubicBezTo>
                  <a:pt x="9462" y="4390"/>
                  <a:pt x="9349" y="4513"/>
                  <a:pt x="9349" y="4665"/>
                </a:cubicBezTo>
                <a:lnTo>
                  <a:pt x="9349" y="11650"/>
                </a:lnTo>
                <a:lnTo>
                  <a:pt x="8283" y="11650"/>
                </a:lnTo>
                <a:lnTo>
                  <a:pt x="8283" y="9422"/>
                </a:lnTo>
                <a:cubicBezTo>
                  <a:pt x="8283" y="9286"/>
                  <a:pt x="8174" y="9160"/>
                  <a:pt x="8021" y="9160"/>
                </a:cubicBezTo>
                <a:lnTo>
                  <a:pt x="7497" y="9160"/>
                </a:lnTo>
                <a:lnTo>
                  <a:pt x="7497" y="5260"/>
                </a:lnTo>
                <a:cubicBezTo>
                  <a:pt x="7829" y="5177"/>
                  <a:pt x="8104" y="4914"/>
                  <a:pt x="8340" y="4456"/>
                </a:cubicBezTo>
                <a:cubicBezTo>
                  <a:pt x="8921" y="3460"/>
                  <a:pt x="9170" y="1014"/>
                  <a:pt x="10139" y="586"/>
                </a:cubicBezTo>
                <a:close/>
                <a:moveTo>
                  <a:pt x="10939" y="4928"/>
                </a:moveTo>
                <a:lnTo>
                  <a:pt x="10939" y="11650"/>
                </a:lnTo>
                <a:lnTo>
                  <a:pt x="9877" y="11650"/>
                </a:lnTo>
                <a:lnTo>
                  <a:pt x="9877" y="4928"/>
                </a:lnTo>
                <a:close/>
                <a:moveTo>
                  <a:pt x="1652" y="0"/>
                </a:moveTo>
                <a:cubicBezTo>
                  <a:pt x="1508" y="0"/>
                  <a:pt x="1395" y="118"/>
                  <a:pt x="1395" y="267"/>
                </a:cubicBezTo>
                <a:lnTo>
                  <a:pt x="1395" y="1220"/>
                </a:lnTo>
                <a:lnTo>
                  <a:pt x="303" y="1220"/>
                </a:lnTo>
                <a:cubicBezTo>
                  <a:pt x="167" y="1220"/>
                  <a:pt x="41" y="1303"/>
                  <a:pt x="28" y="1442"/>
                </a:cubicBezTo>
                <a:cubicBezTo>
                  <a:pt x="1" y="1608"/>
                  <a:pt x="124" y="1748"/>
                  <a:pt x="290" y="1748"/>
                </a:cubicBezTo>
                <a:lnTo>
                  <a:pt x="1395" y="1748"/>
                </a:lnTo>
                <a:lnTo>
                  <a:pt x="1395" y="2813"/>
                </a:lnTo>
                <a:lnTo>
                  <a:pt x="927" y="2813"/>
                </a:lnTo>
                <a:cubicBezTo>
                  <a:pt x="788" y="2813"/>
                  <a:pt x="665" y="2896"/>
                  <a:pt x="648" y="3032"/>
                </a:cubicBezTo>
                <a:cubicBezTo>
                  <a:pt x="622" y="3198"/>
                  <a:pt x="748" y="3338"/>
                  <a:pt x="914" y="3338"/>
                </a:cubicBezTo>
                <a:lnTo>
                  <a:pt x="1395" y="3338"/>
                </a:lnTo>
                <a:lnTo>
                  <a:pt x="1395" y="4390"/>
                </a:lnTo>
                <a:lnTo>
                  <a:pt x="927" y="4390"/>
                </a:lnTo>
                <a:cubicBezTo>
                  <a:pt x="788" y="4390"/>
                  <a:pt x="665" y="4486"/>
                  <a:pt x="648" y="4622"/>
                </a:cubicBezTo>
                <a:cubicBezTo>
                  <a:pt x="622" y="4788"/>
                  <a:pt x="748" y="4928"/>
                  <a:pt x="914" y="4928"/>
                </a:cubicBezTo>
                <a:lnTo>
                  <a:pt x="1395" y="4928"/>
                </a:lnTo>
                <a:lnTo>
                  <a:pt x="1395" y="5980"/>
                </a:lnTo>
                <a:lnTo>
                  <a:pt x="303" y="5980"/>
                </a:lnTo>
                <a:cubicBezTo>
                  <a:pt x="167" y="5980"/>
                  <a:pt x="41" y="6076"/>
                  <a:pt x="28" y="6216"/>
                </a:cubicBezTo>
                <a:cubicBezTo>
                  <a:pt x="1" y="6365"/>
                  <a:pt x="124" y="6518"/>
                  <a:pt x="290" y="6518"/>
                </a:cubicBezTo>
                <a:lnTo>
                  <a:pt x="1395" y="6518"/>
                </a:lnTo>
                <a:lnTo>
                  <a:pt x="1395" y="7570"/>
                </a:lnTo>
                <a:lnTo>
                  <a:pt x="927" y="7570"/>
                </a:lnTo>
                <a:cubicBezTo>
                  <a:pt x="788" y="7570"/>
                  <a:pt x="665" y="7666"/>
                  <a:pt x="648" y="7806"/>
                </a:cubicBezTo>
                <a:cubicBezTo>
                  <a:pt x="622" y="7959"/>
                  <a:pt x="748" y="8108"/>
                  <a:pt x="914" y="8108"/>
                </a:cubicBezTo>
                <a:lnTo>
                  <a:pt x="1395" y="8108"/>
                </a:lnTo>
                <a:lnTo>
                  <a:pt x="1395" y="9160"/>
                </a:lnTo>
                <a:lnTo>
                  <a:pt x="927" y="9160"/>
                </a:lnTo>
                <a:cubicBezTo>
                  <a:pt x="788" y="9160"/>
                  <a:pt x="665" y="9256"/>
                  <a:pt x="648" y="9383"/>
                </a:cubicBezTo>
                <a:cubicBezTo>
                  <a:pt x="622" y="9549"/>
                  <a:pt x="748" y="9685"/>
                  <a:pt x="914" y="9685"/>
                </a:cubicBezTo>
                <a:lnTo>
                  <a:pt x="1395" y="9685"/>
                </a:lnTo>
                <a:lnTo>
                  <a:pt x="1395" y="10750"/>
                </a:lnTo>
                <a:lnTo>
                  <a:pt x="303" y="10750"/>
                </a:lnTo>
                <a:cubicBezTo>
                  <a:pt x="167" y="10750"/>
                  <a:pt x="41" y="10847"/>
                  <a:pt x="28" y="10973"/>
                </a:cubicBezTo>
                <a:cubicBezTo>
                  <a:pt x="1" y="11139"/>
                  <a:pt x="124" y="11278"/>
                  <a:pt x="290" y="11278"/>
                </a:cubicBezTo>
                <a:lnTo>
                  <a:pt x="1395" y="11278"/>
                </a:lnTo>
                <a:lnTo>
                  <a:pt x="1395" y="11912"/>
                </a:lnTo>
                <a:cubicBezTo>
                  <a:pt x="1395" y="12065"/>
                  <a:pt x="1521" y="12174"/>
                  <a:pt x="1661" y="12174"/>
                </a:cubicBezTo>
                <a:lnTo>
                  <a:pt x="2989" y="12174"/>
                </a:lnTo>
                <a:lnTo>
                  <a:pt x="2989" y="13283"/>
                </a:lnTo>
                <a:cubicBezTo>
                  <a:pt x="2989" y="13419"/>
                  <a:pt x="3085" y="13532"/>
                  <a:pt x="3221" y="13559"/>
                </a:cubicBezTo>
                <a:cubicBezTo>
                  <a:pt x="3234" y="13561"/>
                  <a:pt x="3247" y="13562"/>
                  <a:pt x="3260" y="13562"/>
                </a:cubicBezTo>
                <a:cubicBezTo>
                  <a:pt x="3399" y="13562"/>
                  <a:pt x="3526" y="13436"/>
                  <a:pt x="3526" y="13296"/>
                </a:cubicBezTo>
                <a:lnTo>
                  <a:pt x="3526" y="12174"/>
                </a:lnTo>
                <a:lnTo>
                  <a:pt x="4579" y="12174"/>
                </a:lnTo>
                <a:lnTo>
                  <a:pt x="4579" y="12659"/>
                </a:lnTo>
                <a:cubicBezTo>
                  <a:pt x="4579" y="12798"/>
                  <a:pt x="4675" y="12908"/>
                  <a:pt x="4798" y="12938"/>
                </a:cubicBezTo>
                <a:cubicBezTo>
                  <a:pt x="4812" y="12940"/>
                  <a:pt x="4825" y="12941"/>
                  <a:pt x="4839" y="12941"/>
                </a:cubicBezTo>
                <a:cubicBezTo>
                  <a:pt x="4986" y="12941"/>
                  <a:pt x="5103" y="12812"/>
                  <a:pt x="5103" y="12672"/>
                </a:cubicBezTo>
                <a:lnTo>
                  <a:pt x="5103" y="12174"/>
                </a:lnTo>
                <a:lnTo>
                  <a:pt x="6169" y="12174"/>
                </a:lnTo>
                <a:lnTo>
                  <a:pt x="6169" y="12659"/>
                </a:lnTo>
                <a:cubicBezTo>
                  <a:pt x="6169" y="12798"/>
                  <a:pt x="6265" y="12908"/>
                  <a:pt x="6391" y="12938"/>
                </a:cubicBezTo>
                <a:cubicBezTo>
                  <a:pt x="6405" y="12940"/>
                  <a:pt x="6419" y="12941"/>
                  <a:pt x="6432" y="12941"/>
                </a:cubicBezTo>
                <a:cubicBezTo>
                  <a:pt x="6579" y="12941"/>
                  <a:pt x="6693" y="12812"/>
                  <a:pt x="6693" y="12672"/>
                </a:cubicBezTo>
                <a:lnTo>
                  <a:pt x="6693" y="12174"/>
                </a:lnTo>
                <a:lnTo>
                  <a:pt x="7759" y="12174"/>
                </a:lnTo>
                <a:lnTo>
                  <a:pt x="7759" y="13283"/>
                </a:lnTo>
                <a:cubicBezTo>
                  <a:pt x="7759" y="13419"/>
                  <a:pt x="7855" y="13532"/>
                  <a:pt x="7981" y="13559"/>
                </a:cubicBezTo>
                <a:cubicBezTo>
                  <a:pt x="7995" y="13561"/>
                  <a:pt x="8009" y="13562"/>
                  <a:pt x="8023" y="13562"/>
                </a:cubicBezTo>
                <a:cubicBezTo>
                  <a:pt x="8169" y="13562"/>
                  <a:pt x="8283" y="13436"/>
                  <a:pt x="8283" y="13296"/>
                </a:cubicBezTo>
                <a:lnTo>
                  <a:pt x="8283" y="12174"/>
                </a:lnTo>
                <a:lnTo>
                  <a:pt x="9349" y="12174"/>
                </a:lnTo>
                <a:lnTo>
                  <a:pt x="9349" y="12659"/>
                </a:lnTo>
                <a:cubicBezTo>
                  <a:pt x="9349" y="12798"/>
                  <a:pt x="9445" y="12908"/>
                  <a:pt x="9571" y="12938"/>
                </a:cubicBezTo>
                <a:cubicBezTo>
                  <a:pt x="9585" y="12940"/>
                  <a:pt x="9599" y="12941"/>
                  <a:pt x="9612" y="12941"/>
                </a:cubicBezTo>
                <a:cubicBezTo>
                  <a:pt x="9760" y="12941"/>
                  <a:pt x="9877" y="12812"/>
                  <a:pt x="9877" y="12672"/>
                </a:cubicBezTo>
                <a:lnTo>
                  <a:pt x="9877" y="12174"/>
                </a:lnTo>
                <a:lnTo>
                  <a:pt x="10939" y="12174"/>
                </a:lnTo>
                <a:lnTo>
                  <a:pt x="10939" y="12659"/>
                </a:lnTo>
                <a:cubicBezTo>
                  <a:pt x="10939" y="12798"/>
                  <a:pt x="11039" y="12908"/>
                  <a:pt x="11161" y="12938"/>
                </a:cubicBezTo>
                <a:cubicBezTo>
                  <a:pt x="11175" y="12940"/>
                  <a:pt x="11189" y="12941"/>
                  <a:pt x="11202" y="12941"/>
                </a:cubicBezTo>
                <a:cubicBezTo>
                  <a:pt x="11350" y="12941"/>
                  <a:pt x="11467" y="12812"/>
                  <a:pt x="11467" y="12672"/>
                </a:cubicBezTo>
                <a:lnTo>
                  <a:pt x="11467" y="12174"/>
                </a:lnTo>
                <a:lnTo>
                  <a:pt x="12532" y="12174"/>
                </a:lnTo>
                <a:lnTo>
                  <a:pt x="12532" y="13283"/>
                </a:lnTo>
                <a:cubicBezTo>
                  <a:pt x="12532" y="13419"/>
                  <a:pt x="12615" y="13532"/>
                  <a:pt x="12752" y="13559"/>
                </a:cubicBezTo>
                <a:cubicBezTo>
                  <a:pt x="12766" y="13561"/>
                  <a:pt x="12780" y="13562"/>
                  <a:pt x="12793" y="13562"/>
                </a:cubicBezTo>
                <a:cubicBezTo>
                  <a:pt x="12940" y="13562"/>
                  <a:pt x="13057" y="13436"/>
                  <a:pt x="13057" y="13296"/>
                </a:cubicBezTo>
                <a:lnTo>
                  <a:pt x="13057" y="12174"/>
                </a:lnTo>
                <a:lnTo>
                  <a:pt x="13319" y="12174"/>
                </a:lnTo>
                <a:cubicBezTo>
                  <a:pt x="13664" y="12174"/>
                  <a:pt x="13664" y="11663"/>
                  <a:pt x="13319" y="11650"/>
                </a:cubicBezTo>
                <a:lnTo>
                  <a:pt x="11467" y="11650"/>
                </a:lnTo>
                <a:lnTo>
                  <a:pt x="11467" y="4665"/>
                </a:lnTo>
                <a:cubicBezTo>
                  <a:pt x="11467" y="4513"/>
                  <a:pt x="11341" y="4390"/>
                  <a:pt x="11205" y="4390"/>
                </a:cubicBezTo>
                <a:lnTo>
                  <a:pt x="10677" y="4390"/>
                </a:lnTo>
                <a:lnTo>
                  <a:pt x="10677" y="529"/>
                </a:lnTo>
                <a:lnTo>
                  <a:pt x="11205" y="529"/>
                </a:lnTo>
                <a:cubicBezTo>
                  <a:pt x="11550" y="516"/>
                  <a:pt x="11550" y="18"/>
                  <a:pt x="11205" y="5"/>
                </a:cubicBezTo>
                <a:lnTo>
                  <a:pt x="10401" y="5"/>
                </a:lnTo>
                <a:cubicBezTo>
                  <a:pt x="10395" y="5"/>
                  <a:pt x="10388" y="5"/>
                  <a:pt x="10381" y="5"/>
                </a:cubicBezTo>
                <a:cubicBezTo>
                  <a:pt x="8328" y="5"/>
                  <a:pt x="8584" y="4596"/>
                  <a:pt x="7234" y="4762"/>
                </a:cubicBezTo>
                <a:cubicBezTo>
                  <a:pt x="5830" y="4692"/>
                  <a:pt x="5824" y="1581"/>
                  <a:pt x="4076" y="1581"/>
                </a:cubicBezTo>
                <a:cubicBezTo>
                  <a:pt x="4068" y="1581"/>
                  <a:pt x="4059" y="1581"/>
                  <a:pt x="4051" y="1582"/>
                </a:cubicBezTo>
                <a:lnTo>
                  <a:pt x="3251" y="1582"/>
                </a:lnTo>
                <a:cubicBezTo>
                  <a:pt x="2906" y="1595"/>
                  <a:pt x="2906" y="2106"/>
                  <a:pt x="3251" y="2119"/>
                </a:cubicBezTo>
                <a:lnTo>
                  <a:pt x="3789" y="2119"/>
                </a:lnTo>
                <a:lnTo>
                  <a:pt x="3789" y="5980"/>
                </a:lnTo>
                <a:lnTo>
                  <a:pt x="3251" y="5980"/>
                </a:lnTo>
                <a:cubicBezTo>
                  <a:pt x="3111" y="5980"/>
                  <a:pt x="2989" y="6103"/>
                  <a:pt x="2989" y="6242"/>
                </a:cubicBezTo>
                <a:lnTo>
                  <a:pt x="2989" y="11650"/>
                </a:lnTo>
                <a:lnTo>
                  <a:pt x="1936" y="11650"/>
                </a:lnTo>
                <a:lnTo>
                  <a:pt x="1936" y="267"/>
                </a:lnTo>
                <a:cubicBezTo>
                  <a:pt x="1936" y="141"/>
                  <a:pt x="1840" y="18"/>
                  <a:pt x="1701" y="5"/>
                </a:cubicBezTo>
                <a:cubicBezTo>
                  <a:pt x="1684" y="2"/>
                  <a:pt x="1668" y="0"/>
                  <a:pt x="165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980;p44">
            <a:extLst>
              <a:ext uri="{FF2B5EF4-FFF2-40B4-BE49-F238E27FC236}">
                <a16:creationId xmlns:a16="http://schemas.microsoft.com/office/drawing/2014/main" id="{4456D3EA-BB20-6326-A00D-3BD99DA3AC4A}"/>
              </a:ext>
            </a:extLst>
          </p:cNvPr>
          <p:cNvGrpSpPr/>
          <p:nvPr/>
        </p:nvGrpSpPr>
        <p:grpSpPr>
          <a:xfrm>
            <a:off x="2101106" y="2583124"/>
            <a:ext cx="547587" cy="523175"/>
            <a:chOff x="4026125" y="2118350"/>
            <a:chExt cx="341675" cy="339075"/>
          </a:xfrm>
        </p:grpSpPr>
        <p:sp>
          <p:nvSpPr>
            <p:cNvPr id="11" name="Google Shape;981;p44">
              <a:extLst>
                <a:ext uri="{FF2B5EF4-FFF2-40B4-BE49-F238E27FC236}">
                  <a16:creationId xmlns:a16="http://schemas.microsoft.com/office/drawing/2014/main" id="{413F9617-4D99-4070-02B8-69F9F63FB76F}"/>
                </a:ext>
              </a:extLst>
            </p:cNvPr>
            <p:cNvSpPr/>
            <p:nvPr/>
          </p:nvSpPr>
          <p:spPr>
            <a:xfrm>
              <a:off x="4026125" y="2118350"/>
              <a:ext cx="341675" cy="339075"/>
            </a:xfrm>
            <a:custGeom>
              <a:avLst/>
              <a:gdLst/>
              <a:ahLst/>
              <a:cxnLst/>
              <a:rect l="l" t="t" r="r" b="b"/>
              <a:pathLst>
                <a:path w="13667" h="13563" extrusionOk="0">
                  <a:moveTo>
                    <a:pt x="1655" y="0"/>
                  </a:moveTo>
                  <a:cubicBezTo>
                    <a:pt x="1511" y="0"/>
                    <a:pt x="1398" y="117"/>
                    <a:pt x="1398" y="267"/>
                  </a:cubicBezTo>
                  <a:lnTo>
                    <a:pt x="1398" y="1220"/>
                  </a:lnTo>
                  <a:lnTo>
                    <a:pt x="292" y="1220"/>
                  </a:lnTo>
                  <a:cubicBezTo>
                    <a:pt x="166" y="1220"/>
                    <a:pt x="43" y="1319"/>
                    <a:pt x="30" y="1442"/>
                  </a:cubicBezTo>
                  <a:cubicBezTo>
                    <a:pt x="0" y="1608"/>
                    <a:pt x="126" y="1747"/>
                    <a:pt x="292" y="1747"/>
                  </a:cubicBezTo>
                  <a:lnTo>
                    <a:pt x="1398" y="1747"/>
                  </a:lnTo>
                  <a:lnTo>
                    <a:pt x="1398" y="2813"/>
                  </a:lnTo>
                  <a:lnTo>
                    <a:pt x="913" y="2813"/>
                  </a:lnTo>
                  <a:cubicBezTo>
                    <a:pt x="790" y="2813"/>
                    <a:pt x="664" y="2909"/>
                    <a:pt x="651" y="3032"/>
                  </a:cubicBezTo>
                  <a:cubicBezTo>
                    <a:pt x="624" y="3198"/>
                    <a:pt x="747" y="3338"/>
                    <a:pt x="913" y="3338"/>
                  </a:cubicBezTo>
                  <a:lnTo>
                    <a:pt x="1398" y="3338"/>
                  </a:lnTo>
                  <a:lnTo>
                    <a:pt x="1398" y="4403"/>
                  </a:lnTo>
                  <a:lnTo>
                    <a:pt x="913" y="4403"/>
                  </a:lnTo>
                  <a:cubicBezTo>
                    <a:pt x="790" y="4403"/>
                    <a:pt x="664" y="4499"/>
                    <a:pt x="651" y="4622"/>
                  </a:cubicBezTo>
                  <a:cubicBezTo>
                    <a:pt x="624" y="4788"/>
                    <a:pt x="747" y="4928"/>
                    <a:pt x="913" y="4928"/>
                  </a:cubicBezTo>
                  <a:lnTo>
                    <a:pt x="1398" y="4928"/>
                  </a:lnTo>
                  <a:lnTo>
                    <a:pt x="1398" y="5993"/>
                  </a:lnTo>
                  <a:lnTo>
                    <a:pt x="292" y="5993"/>
                  </a:lnTo>
                  <a:cubicBezTo>
                    <a:pt x="166" y="5993"/>
                    <a:pt x="43" y="6076"/>
                    <a:pt x="30" y="6216"/>
                  </a:cubicBezTo>
                  <a:cubicBezTo>
                    <a:pt x="0" y="6382"/>
                    <a:pt x="126" y="6518"/>
                    <a:pt x="292" y="6518"/>
                  </a:cubicBezTo>
                  <a:lnTo>
                    <a:pt x="1398" y="6518"/>
                  </a:lnTo>
                  <a:lnTo>
                    <a:pt x="1398" y="7583"/>
                  </a:lnTo>
                  <a:lnTo>
                    <a:pt x="913" y="7583"/>
                  </a:lnTo>
                  <a:cubicBezTo>
                    <a:pt x="790" y="7583"/>
                    <a:pt x="664" y="7666"/>
                    <a:pt x="651" y="7806"/>
                  </a:cubicBezTo>
                  <a:cubicBezTo>
                    <a:pt x="624" y="7972"/>
                    <a:pt x="747" y="8108"/>
                    <a:pt x="913" y="8108"/>
                  </a:cubicBezTo>
                  <a:lnTo>
                    <a:pt x="1398" y="8108"/>
                  </a:lnTo>
                  <a:lnTo>
                    <a:pt x="1398" y="9160"/>
                  </a:lnTo>
                  <a:lnTo>
                    <a:pt x="913" y="9160"/>
                  </a:lnTo>
                  <a:cubicBezTo>
                    <a:pt x="790" y="9160"/>
                    <a:pt x="664" y="9256"/>
                    <a:pt x="651" y="9396"/>
                  </a:cubicBezTo>
                  <a:cubicBezTo>
                    <a:pt x="624" y="9562"/>
                    <a:pt x="747" y="9701"/>
                    <a:pt x="913" y="9701"/>
                  </a:cubicBezTo>
                  <a:lnTo>
                    <a:pt x="1398" y="9701"/>
                  </a:lnTo>
                  <a:lnTo>
                    <a:pt x="1398" y="10750"/>
                  </a:lnTo>
                  <a:lnTo>
                    <a:pt x="292" y="10750"/>
                  </a:lnTo>
                  <a:cubicBezTo>
                    <a:pt x="166" y="10750"/>
                    <a:pt x="43" y="10846"/>
                    <a:pt x="30" y="10986"/>
                  </a:cubicBezTo>
                  <a:cubicBezTo>
                    <a:pt x="0" y="11139"/>
                    <a:pt x="126" y="11291"/>
                    <a:pt x="292" y="11291"/>
                  </a:cubicBezTo>
                  <a:lnTo>
                    <a:pt x="1398" y="11291"/>
                  </a:lnTo>
                  <a:lnTo>
                    <a:pt x="1398" y="11925"/>
                  </a:lnTo>
                  <a:cubicBezTo>
                    <a:pt x="1398" y="12065"/>
                    <a:pt x="1524" y="12191"/>
                    <a:pt x="1660" y="12191"/>
                  </a:cubicBezTo>
                  <a:lnTo>
                    <a:pt x="2988" y="12191"/>
                  </a:lnTo>
                  <a:lnTo>
                    <a:pt x="2988" y="13296"/>
                  </a:lnTo>
                  <a:cubicBezTo>
                    <a:pt x="2988" y="13419"/>
                    <a:pt x="3084" y="13545"/>
                    <a:pt x="3210" y="13559"/>
                  </a:cubicBezTo>
                  <a:cubicBezTo>
                    <a:pt x="3226" y="13561"/>
                    <a:pt x="3241" y="13562"/>
                    <a:pt x="3255" y="13562"/>
                  </a:cubicBezTo>
                  <a:cubicBezTo>
                    <a:pt x="3401" y="13562"/>
                    <a:pt x="3516" y="13447"/>
                    <a:pt x="3516" y="13296"/>
                  </a:cubicBezTo>
                  <a:lnTo>
                    <a:pt x="3516" y="12191"/>
                  </a:lnTo>
                  <a:lnTo>
                    <a:pt x="4578" y="12191"/>
                  </a:lnTo>
                  <a:lnTo>
                    <a:pt x="4578" y="12672"/>
                  </a:lnTo>
                  <a:cubicBezTo>
                    <a:pt x="4578" y="12798"/>
                    <a:pt x="4678" y="12921"/>
                    <a:pt x="4800" y="12938"/>
                  </a:cubicBezTo>
                  <a:cubicBezTo>
                    <a:pt x="4815" y="12940"/>
                    <a:pt x="4830" y="12941"/>
                    <a:pt x="4844" y="12941"/>
                  </a:cubicBezTo>
                  <a:cubicBezTo>
                    <a:pt x="4990" y="12941"/>
                    <a:pt x="5106" y="12823"/>
                    <a:pt x="5106" y="12672"/>
                  </a:cubicBezTo>
                  <a:lnTo>
                    <a:pt x="5106" y="12191"/>
                  </a:lnTo>
                  <a:lnTo>
                    <a:pt x="6171" y="12191"/>
                  </a:lnTo>
                  <a:lnTo>
                    <a:pt x="6171" y="12672"/>
                  </a:lnTo>
                  <a:cubicBezTo>
                    <a:pt x="6171" y="12798"/>
                    <a:pt x="6268" y="12921"/>
                    <a:pt x="6390" y="12938"/>
                  </a:cubicBezTo>
                  <a:cubicBezTo>
                    <a:pt x="6405" y="12940"/>
                    <a:pt x="6420" y="12941"/>
                    <a:pt x="6434" y="12941"/>
                  </a:cubicBezTo>
                  <a:cubicBezTo>
                    <a:pt x="6580" y="12941"/>
                    <a:pt x="6696" y="12823"/>
                    <a:pt x="6696" y="12672"/>
                  </a:cubicBezTo>
                  <a:lnTo>
                    <a:pt x="6696" y="12191"/>
                  </a:lnTo>
                  <a:lnTo>
                    <a:pt x="7761" y="12191"/>
                  </a:lnTo>
                  <a:lnTo>
                    <a:pt x="7761" y="13296"/>
                  </a:lnTo>
                  <a:cubicBezTo>
                    <a:pt x="7761" y="13419"/>
                    <a:pt x="7844" y="13545"/>
                    <a:pt x="7980" y="13559"/>
                  </a:cubicBezTo>
                  <a:cubicBezTo>
                    <a:pt x="7996" y="13561"/>
                    <a:pt x="8011" y="13562"/>
                    <a:pt x="8025" y="13562"/>
                  </a:cubicBezTo>
                  <a:cubicBezTo>
                    <a:pt x="8171" y="13562"/>
                    <a:pt x="8286" y="13447"/>
                    <a:pt x="8286" y="13296"/>
                  </a:cubicBezTo>
                  <a:lnTo>
                    <a:pt x="8286" y="12191"/>
                  </a:lnTo>
                  <a:lnTo>
                    <a:pt x="9351" y="12191"/>
                  </a:lnTo>
                  <a:lnTo>
                    <a:pt x="9351" y="12672"/>
                  </a:lnTo>
                  <a:cubicBezTo>
                    <a:pt x="9351" y="12798"/>
                    <a:pt x="9434" y="12921"/>
                    <a:pt x="9574" y="12938"/>
                  </a:cubicBezTo>
                  <a:cubicBezTo>
                    <a:pt x="9589" y="12940"/>
                    <a:pt x="9604" y="12941"/>
                    <a:pt x="9618" y="12941"/>
                  </a:cubicBezTo>
                  <a:cubicBezTo>
                    <a:pt x="9763" y="12941"/>
                    <a:pt x="9876" y="12823"/>
                    <a:pt x="9876" y="12672"/>
                  </a:cubicBezTo>
                  <a:lnTo>
                    <a:pt x="9876" y="12191"/>
                  </a:lnTo>
                  <a:lnTo>
                    <a:pt x="10928" y="12191"/>
                  </a:lnTo>
                  <a:lnTo>
                    <a:pt x="10928" y="12672"/>
                  </a:lnTo>
                  <a:cubicBezTo>
                    <a:pt x="10928" y="12798"/>
                    <a:pt x="11025" y="12921"/>
                    <a:pt x="11164" y="12938"/>
                  </a:cubicBezTo>
                  <a:cubicBezTo>
                    <a:pt x="11179" y="12940"/>
                    <a:pt x="11194" y="12941"/>
                    <a:pt x="11208" y="12941"/>
                  </a:cubicBezTo>
                  <a:cubicBezTo>
                    <a:pt x="11353" y="12941"/>
                    <a:pt x="11466" y="12823"/>
                    <a:pt x="11466" y="12672"/>
                  </a:cubicBezTo>
                  <a:lnTo>
                    <a:pt x="11466" y="12191"/>
                  </a:lnTo>
                  <a:lnTo>
                    <a:pt x="12518" y="12191"/>
                  </a:lnTo>
                  <a:lnTo>
                    <a:pt x="12518" y="13296"/>
                  </a:lnTo>
                  <a:cubicBezTo>
                    <a:pt x="12518" y="13419"/>
                    <a:pt x="12615" y="13545"/>
                    <a:pt x="12754" y="13559"/>
                  </a:cubicBezTo>
                  <a:cubicBezTo>
                    <a:pt x="12769" y="13561"/>
                    <a:pt x="12784" y="13562"/>
                    <a:pt x="12799" y="13562"/>
                  </a:cubicBezTo>
                  <a:cubicBezTo>
                    <a:pt x="12944" y="13562"/>
                    <a:pt x="13059" y="13447"/>
                    <a:pt x="13059" y="13296"/>
                  </a:cubicBezTo>
                  <a:lnTo>
                    <a:pt x="13059" y="12191"/>
                  </a:lnTo>
                  <a:lnTo>
                    <a:pt x="13322" y="12191"/>
                  </a:lnTo>
                  <a:cubicBezTo>
                    <a:pt x="13667" y="12174"/>
                    <a:pt x="13667" y="11663"/>
                    <a:pt x="13322" y="11650"/>
                  </a:cubicBezTo>
                  <a:lnTo>
                    <a:pt x="1922" y="11650"/>
                  </a:lnTo>
                  <a:lnTo>
                    <a:pt x="1922" y="280"/>
                  </a:lnTo>
                  <a:cubicBezTo>
                    <a:pt x="1922" y="141"/>
                    <a:pt x="1839" y="18"/>
                    <a:pt x="1703" y="5"/>
                  </a:cubicBezTo>
                  <a:cubicBezTo>
                    <a:pt x="1687" y="2"/>
                    <a:pt x="1670" y="0"/>
                    <a:pt x="16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982;p44">
              <a:extLst>
                <a:ext uri="{FF2B5EF4-FFF2-40B4-BE49-F238E27FC236}">
                  <a16:creationId xmlns:a16="http://schemas.microsoft.com/office/drawing/2014/main" id="{8E685E1F-A731-18BA-AE9D-C19DB97E50B2}"/>
                </a:ext>
              </a:extLst>
            </p:cNvPr>
            <p:cNvSpPr/>
            <p:nvPr/>
          </p:nvSpPr>
          <p:spPr>
            <a:xfrm>
              <a:off x="4120550" y="2148750"/>
              <a:ext cx="53225" cy="212175"/>
            </a:xfrm>
            <a:custGeom>
              <a:avLst/>
              <a:gdLst/>
              <a:ahLst/>
              <a:cxnLst/>
              <a:rect l="l" t="t" r="r" b="b"/>
              <a:pathLst>
                <a:path w="2129" h="8487" extrusionOk="0">
                  <a:moveTo>
                    <a:pt x="1591" y="2122"/>
                  </a:moveTo>
                  <a:lnTo>
                    <a:pt x="1591" y="6367"/>
                  </a:lnTo>
                  <a:lnTo>
                    <a:pt x="539" y="6367"/>
                  </a:lnTo>
                  <a:lnTo>
                    <a:pt x="539" y="2122"/>
                  </a:lnTo>
                  <a:close/>
                  <a:moveTo>
                    <a:pt x="1066" y="0"/>
                  </a:moveTo>
                  <a:cubicBezTo>
                    <a:pt x="918" y="0"/>
                    <a:pt x="801" y="129"/>
                    <a:pt x="801" y="269"/>
                  </a:cubicBezTo>
                  <a:lnTo>
                    <a:pt x="801" y="1597"/>
                  </a:lnTo>
                  <a:lnTo>
                    <a:pt x="276" y="1597"/>
                  </a:lnTo>
                  <a:cubicBezTo>
                    <a:pt x="124" y="1597"/>
                    <a:pt x="1" y="1707"/>
                    <a:pt x="1" y="1859"/>
                  </a:cubicBezTo>
                  <a:lnTo>
                    <a:pt x="1" y="6630"/>
                  </a:lnTo>
                  <a:cubicBezTo>
                    <a:pt x="1" y="6769"/>
                    <a:pt x="124" y="6892"/>
                    <a:pt x="276" y="6892"/>
                  </a:cubicBezTo>
                  <a:lnTo>
                    <a:pt x="801" y="6892"/>
                  </a:lnTo>
                  <a:lnTo>
                    <a:pt x="801" y="8206"/>
                  </a:lnTo>
                  <a:cubicBezTo>
                    <a:pt x="801" y="8346"/>
                    <a:pt x="901" y="8455"/>
                    <a:pt x="1023" y="8485"/>
                  </a:cubicBezTo>
                  <a:cubicBezTo>
                    <a:pt x="1031" y="8486"/>
                    <a:pt x="1039" y="8486"/>
                    <a:pt x="1047" y="8486"/>
                  </a:cubicBezTo>
                  <a:cubicBezTo>
                    <a:pt x="1203" y="8486"/>
                    <a:pt x="1329" y="8365"/>
                    <a:pt x="1329" y="8220"/>
                  </a:cubicBezTo>
                  <a:lnTo>
                    <a:pt x="1329" y="6892"/>
                  </a:lnTo>
                  <a:lnTo>
                    <a:pt x="1853" y="6892"/>
                  </a:lnTo>
                  <a:cubicBezTo>
                    <a:pt x="2006" y="6892"/>
                    <a:pt x="2129" y="6769"/>
                    <a:pt x="2129" y="6630"/>
                  </a:cubicBezTo>
                  <a:lnTo>
                    <a:pt x="2129" y="1859"/>
                  </a:lnTo>
                  <a:cubicBezTo>
                    <a:pt x="2129" y="1707"/>
                    <a:pt x="2006" y="1597"/>
                    <a:pt x="1853" y="1597"/>
                  </a:cubicBezTo>
                  <a:lnTo>
                    <a:pt x="1329" y="1597"/>
                  </a:lnTo>
                  <a:lnTo>
                    <a:pt x="1329" y="282"/>
                  </a:lnTo>
                  <a:cubicBezTo>
                    <a:pt x="1329" y="143"/>
                    <a:pt x="1232" y="34"/>
                    <a:pt x="1106" y="4"/>
                  </a:cubicBezTo>
                  <a:cubicBezTo>
                    <a:pt x="1093" y="1"/>
                    <a:pt x="1079" y="0"/>
                    <a:pt x="10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83;p44">
              <a:extLst>
                <a:ext uri="{FF2B5EF4-FFF2-40B4-BE49-F238E27FC236}">
                  <a16:creationId xmlns:a16="http://schemas.microsoft.com/office/drawing/2014/main" id="{99803435-D850-39E0-C210-0A1C7791D78C}"/>
                </a:ext>
              </a:extLst>
            </p:cNvPr>
            <p:cNvSpPr/>
            <p:nvPr/>
          </p:nvSpPr>
          <p:spPr>
            <a:xfrm>
              <a:off x="4200075" y="2188550"/>
              <a:ext cx="52950" cy="211850"/>
            </a:xfrm>
            <a:custGeom>
              <a:avLst/>
              <a:gdLst/>
              <a:ahLst/>
              <a:cxnLst/>
              <a:rect l="l" t="t" r="r" b="b"/>
              <a:pathLst>
                <a:path w="2118" h="8474" extrusionOk="0">
                  <a:moveTo>
                    <a:pt x="1590" y="2120"/>
                  </a:moveTo>
                  <a:lnTo>
                    <a:pt x="1590" y="6352"/>
                  </a:lnTo>
                  <a:lnTo>
                    <a:pt x="541" y="6352"/>
                  </a:lnTo>
                  <a:lnTo>
                    <a:pt x="541" y="2120"/>
                  </a:lnTo>
                  <a:close/>
                  <a:moveTo>
                    <a:pt x="1057" y="1"/>
                  </a:moveTo>
                  <a:cubicBezTo>
                    <a:pt x="914" y="1"/>
                    <a:pt x="803" y="118"/>
                    <a:pt x="803" y="267"/>
                  </a:cubicBezTo>
                  <a:lnTo>
                    <a:pt x="803" y="1595"/>
                  </a:lnTo>
                  <a:lnTo>
                    <a:pt x="262" y="1595"/>
                  </a:lnTo>
                  <a:cubicBezTo>
                    <a:pt x="126" y="1595"/>
                    <a:pt x="0" y="1705"/>
                    <a:pt x="0" y="1857"/>
                  </a:cubicBezTo>
                  <a:lnTo>
                    <a:pt x="0" y="6628"/>
                  </a:lnTo>
                  <a:cubicBezTo>
                    <a:pt x="0" y="6767"/>
                    <a:pt x="126" y="6893"/>
                    <a:pt x="262" y="6893"/>
                  </a:cubicBezTo>
                  <a:lnTo>
                    <a:pt x="803" y="6893"/>
                  </a:lnTo>
                  <a:lnTo>
                    <a:pt x="803" y="8204"/>
                  </a:lnTo>
                  <a:cubicBezTo>
                    <a:pt x="803" y="8331"/>
                    <a:pt x="886" y="8453"/>
                    <a:pt x="1022" y="8470"/>
                  </a:cubicBezTo>
                  <a:cubicBezTo>
                    <a:pt x="1037" y="8472"/>
                    <a:pt x="1052" y="8473"/>
                    <a:pt x="1067" y="8473"/>
                  </a:cubicBezTo>
                  <a:cubicBezTo>
                    <a:pt x="1212" y="8473"/>
                    <a:pt x="1328" y="8355"/>
                    <a:pt x="1328" y="8204"/>
                  </a:cubicBezTo>
                  <a:lnTo>
                    <a:pt x="1328" y="6893"/>
                  </a:lnTo>
                  <a:lnTo>
                    <a:pt x="1852" y="6893"/>
                  </a:lnTo>
                  <a:cubicBezTo>
                    <a:pt x="2005" y="6893"/>
                    <a:pt x="2118" y="6767"/>
                    <a:pt x="2118" y="6628"/>
                  </a:cubicBezTo>
                  <a:lnTo>
                    <a:pt x="2118" y="1857"/>
                  </a:lnTo>
                  <a:cubicBezTo>
                    <a:pt x="2118" y="1705"/>
                    <a:pt x="2005" y="1595"/>
                    <a:pt x="1852" y="1595"/>
                  </a:cubicBezTo>
                  <a:lnTo>
                    <a:pt x="1328" y="1595"/>
                  </a:lnTo>
                  <a:lnTo>
                    <a:pt x="1328" y="281"/>
                  </a:lnTo>
                  <a:cubicBezTo>
                    <a:pt x="1328" y="141"/>
                    <a:pt x="1232" y="18"/>
                    <a:pt x="1105" y="5"/>
                  </a:cubicBezTo>
                  <a:cubicBezTo>
                    <a:pt x="1089" y="2"/>
                    <a:pt x="1073" y="1"/>
                    <a:pt x="10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84;p44">
              <a:extLst>
                <a:ext uri="{FF2B5EF4-FFF2-40B4-BE49-F238E27FC236}">
                  <a16:creationId xmlns:a16="http://schemas.microsoft.com/office/drawing/2014/main" id="{505D8965-3089-B536-A4F3-9422A921081C}"/>
                </a:ext>
              </a:extLst>
            </p:cNvPr>
            <p:cNvSpPr/>
            <p:nvPr/>
          </p:nvSpPr>
          <p:spPr>
            <a:xfrm>
              <a:off x="4279575" y="2148750"/>
              <a:ext cx="52975" cy="172350"/>
            </a:xfrm>
            <a:custGeom>
              <a:avLst/>
              <a:gdLst/>
              <a:ahLst/>
              <a:cxnLst/>
              <a:rect l="l" t="t" r="r" b="b"/>
              <a:pathLst>
                <a:path w="2119" h="6894" extrusionOk="0">
                  <a:moveTo>
                    <a:pt x="1594" y="2122"/>
                  </a:moveTo>
                  <a:lnTo>
                    <a:pt x="1594" y="4777"/>
                  </a:lnTo>
                  <a:lnTo>
                    <a:pt x="528" y="4777"/>
                  </a:lnTo>
                  <a:lnTo>
                    <a:pt x="528" y="2122"/>
                  </a:lnTo>
                  <a:close/>
                  <a:moveTo>
                    <a:pt x="1058" y="0"/>
                  </a:moveTo>
                  <a:cubicBezTo>
                    <a:pt x="919" y="0"/>
                    <a:pt x="790" y="129"/>
                    <a:pt x="790" y="269"/>
                  </a:cubicBezTo>
                  <a:lnTo>
                    <a:pt x="790" y="1597"/>
                  </a:lnTo>
                  <a:lnTo>
                    <a:pt x="266" y="1597"/>
                  </a:lnTo>
                  <a:cubicBezTo>
                    <a:pt x="126" y="1597"/>
                    <a:pt x="0" y="1707"/>
                    <a:pt x="0" y="1859"/>
                  </a:cubicBezTo>
                  <a:lnTo>
                    <a:pt x="0" y="5039"/>
                  </a:lnTo>
                  <a:cubicBezTo>
                    <a:pt x="0" y="5179"/>
                    <a:pt x="126" y="5302"/>
                    <a:pt x="266" y="5302"/>
                  </a:cubicBezTo>
                  <a:lnTo>
                    <a:pt x="790" y="5302"/>
                  </a:lnTo>
                  <a:lnTo>
                    <a:pt x="790" y="6616"/>
                  </a:lnTo>
                  <a:cubicBezTo>
                    <a:pt x="790" y="6756"/>
                    <a:pt x="887" y="6865"/>
                    <a:pt x="1026" y="6892"/>
                  </a:cubicBezTo>
                  <a:cubicBezTo>
                    <a:pt x="1036" y="6893"/>
                    <a:pt x="1046" y="6893"/>
                    <a:pt x="1055" y="6893"/>
                  </a:cubicBezTo>
                  <a:cubicBezTo>
                    <a:pt x="1208" y="6893"/>
                    <a:pt x="1328" y="6773"/>
                    <a:pt x="1328" y="6630"/>
                  </a:cubicBezTo>
                  <a:lnTo>
                    <a:pt x="1328" y="5302"/>
                  </a:lnTo>
                  <a:lnTo>
                    <a:pt x="1856" y="5302"/>
                  </a:lnTo>
                  <a:cubicBezTo>
                    <a:pt x="2009" y="5302"/>
                    <a:pt x="2118" y="5179"/>
                    <a:pt x="2118" y="5039"/>
                  </a:cubicBezTo>
                  <a:lnTo>
                    <a:pt x="2118" y="1859"/>
                  </a:lnTo>
                  <a:cubicBezTo>
                    <a:pt x="2118" y="1707"/>
                    <a:pt x="2009" y="1597"/>
                    <a:pt x="1856" y="1597"/>
                  </a:cubicBezTo>
                  <a:lnTo>
                    <a:pt x="1328" y="1597"/>
                  </a:lnTo>
                  <a:lnTo>
                    <a:pt x="1328" y="282"/>
                  </a:lnTo>
                  <a:cubicBezTo>
                    <a:pt x="1328" y="143"/>
                    <a:pt x="1232" y="34"/>
                    <a:pt x="1096" y="4"/>
                  </a:cubicBezTo>
                  <a:cubicBezTo>
                    <a:pt x="1083" y="1"/>
                    <a:pt x="1070" y="0"/>
                    <a:pt x="10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" name="Google Shape;977;p44">
            <a:extLst>
              <a:ext uri="{FF2B5EF4-FFF2-40B4-BE49-F238E27FC236}">
                <a16:creationId xmlns:a16="http://schemas.microsoft.com/office/drawing/2014/main" id="{98C5E657-7106-AF97-2CAE-9270FC1EA517}"/>
              </a:ext>
            </a:extLst>
          </p:cNvPr>
          <p:cNvGrpSpPr/>
          <p:nvPr/>
        </p:nvGrpSpPr>
        <p:grpSpPr>
          <a:xfrm>
            <a:off x="1773582" y="3815150"/>
            <a:ext cx="601318" cy="523175"/>
            <a:chOff x="5553875" y="2135725"/>
            <a:chExt cx="339200" cy="304675"/>
          </a:xfrm>
        </p:grpSpPr>
        <p:sp>
          <p:nvSpPr>
            <p:cNvPr id="16" name="Google Shape;978;p44">
              <a:extLst>
                <a:ext uri="{FF2B5EF4-FFF2-40B4-BE49-F238E27FC236}">
                  <a16:creationId xmlns:a16="http://schemas.microsoft.com/office/drawing/2014/main" id="{40F2CB89-5C87-2527-5540-3664D50B6D84}"/>
                </a:ext>
              </a:extLst>
            </p:cNvPr>
            <p:cNvSpPr/>
            <p:nvPr/>
          </p:nvSpPr>
          <p:spPr>
            <a:xfrm>
              <a:off x="5736025" y="2135725"/>
              <a:ext cx="157050" cy="139675"/>
            </a:xfrm>
            <a:custGeom>
              <a:avLst/>
              <a:gdLst/>
              <a:ahLst/>
              <a:cxnLst/>
              <a:rect l="l" t="t" r="r" b="b"/>
              <a:pathLst>
                <a:path w="6282" h="5587" extrusionOk="0">
                  <a:moveTo>
                    <a:pt x="5744" y="525"/>
                  </a:moveTo>
                  <a:lnTo>
                    <a:pt x="5744" y="1052"/>
                  </a:lnTo>
                  <a:lnTo>
                    <a:pt x="4167" y="1052"/>
                  </a:lnTo>
                  <a:lnTo>
                    <a:pt x="4167" y="525"/>
                  </a:lnTo>
                  <a:close/>
                  <a:moveTo>
                    <a:pt x="529" y="2131"/>
                  </a:moveTo>
                  <a:cubicBezTo>
                    <a:pt x="2092" y="2254"/>
                    <a:pt x="3337" y="3499"/>
                    <a:pt x="3460" y="5049"/>
                  </a:cubicBezTo>
                  <a:lnTo>
                    <a:pt x="529" y="5049"/>
                  </a:lnTo>
                  <a:lnTo>
                    <a:pt x="529" y="2131"/>
                  </a:lnTo>
                  <a:close/>
                  <a:moveTo>
                    <a:pt x="3888" y="0"/>
                  </a:moveTo>
                  <a:cubicBezTo>
                    <a:pt x="3752" y="0"/>
                    <a:pt x="3626" y="110"/>
                    <a:pt x="3626" y="262"/>
                  </a:cubicBezTo>
                  <a:lnTo>
                    <a:pt x="3626" y="525"/>
                  </a:lnTo>
                  <a:lnTo>
                    <a:pt x="2673" y="525"/>
                  </a:lnTo>
                  <a:cubicBezTo>
                    <a:pt x="2604" y="525"/>
                    <a:pt x="2534" y="555"/>
                    <a:pt x="2477" y="608"/>
                  </a:cubicBezTo>
                  <a:lnTo>
                    <a:pt x="1345" y="1743"/>
                  </a:lnTo>
                  <a:cubicBezTo>
                    <a:pt x="997" y="1647"/>
                    <a:pt x="638" y="1590"/>
                    <a:pt x="267" y="1590"/>
                  </a:cubicBezTo>
                  <a:cubicBezTo>
                    <a:pt x="127" y="1590"/>
                    <a:pt x="1" y="1703"/>
                    <a:pt x="1" y="1852"/>
                  </a:cubicBezTo>
                  <a:lnTo>
                    <a:pt x="1" y="5325"/>
                  </a:lnTo>
                  <a:cubicBezTo>
                    <a:pt x="1" y="5464"/>
                    <a:pt x="114" y="5587"/>
                    <a:pt x="267" y="5587"/>
                  </a:cubicBezTo>
                  <a:lnTo>
                    <a:pt x="3736" y="5587"/>
                  </a:lnTo>
                  <a:cubicBezTo>
                    <a:pt x="3888" y="5587"/>
                    <a:pt x="4001" y="5464"/>
                    <a:pt x="4001" y="5311"/>
                  </a:cubicBezTo>
                  <a:cubicBezTo>
                    <a:pt x="4001" y="3831"/>
                    <a:pt x="3128" y="2560"/>
                    <a:pt x="1883" y="1952"/>
                  </a:cubicBezTo>
                  <a:lnTo>
                    <a:pt x="2783" y="1052"/>
                  </a:lnTo>
                  <a:lnTo>
                    <a:pt x="3626" y="1052"/>
                  </a:lnTo>
                  <a:lnTo>
                    <a:pt x="3626" y="1315"/>
                  </a:lnTo>
                  <a:cubicBezTo>
                    <a:pt x="3626" y="1467"/>
                    <a:pt x="3752" y="1590"/>
                    <a:pt x="3888" y="1590"/>
                  </a:cubicBezTo>
                  <a:lnTo>
                    <a:pt x="6019" y="1590"/>
                  </a:lnTo>
                  <a:cubicBezTo>
                    <a:pt x="6159" y="1590"/>
                    <a:pt x="6282" y="1467"/>
                    <a:pt x="6282" y="1315"/>
                  </a:cubicBezTo>
                  <a:lnTo>
                    <a:pt x="6282" y="262"/>
                  </a:lnTo>
                  <a:cubicBezTo>
                    <a:pt x="6282" y="110"/>
                    <a:pt x="6159" y="0"/>
                    <a:pt x="6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79;p44">
              <a:extLst>
                <a:ext uri="{FF2B5EF4-FFF2-40B4-BE49-F238E27FC236}">
                  <a16:creationId xmlns:a16="http://schemas.microsoft.com/office/drawing/2014/main" id="{EA9B2F9B-AEFF-D5BF-0A94-05FB3D9BDFA0}"/>
                </a:ext>
              </a:extLst>
            </p:cNvPr>
            <p:cNvSpPr/>
            <p:nvPr/>
          </p:nvSpPr>
          <p:spPr>
            <a:xfrm>
              <a:off x="5553875" y="2172075"/>
              <a:ext cx="339200" cy="268325"/>
            </a:xfrm>
            <a:custGeom>
              <a:avLst/>
              <a:gdLst/>
              <a:ahLst/>
              <a:cxnLst/>
              <a:rect l="l" t="t" r="r" b="b"/>
              <a:pathLst>
                <a:path w="13568" h="10733" extrusionOk="0">
                  <a:moveTo>
                    <a:pt x="2115" y="525"/>
                  </a:moveTo>
                  <a:lnTo>
                    <a:pt x="2115" y="1062"/>
                  </a:lnTo>
                  <a:lnTo>
                    <a:pt x="538" y="1062"/>
                  </a:lnTo>
                  <a:lnTo>
                    <a:pt x="538" y="525"/>
                  </a:lnTo>
                  <a:close/>
                  <a:moveTo>
                    <a:pt x="5753" y="2211"/>
                  </a:moveTo>
                  <a:lnTo>
                    <a:pt x="5753" y="5242"/>
                  </a:lnTo>
                  <a:lnTo>
                    <a:pt x="3124" y="6762"/>
                  </a:lnTo>
                  <a:cubicBezTo>
                    <a:pt x="2142" y="4797"/>
                    <a:pt x="3569" y="2350"/>
                    <a:pt x="5753" y="2211"/>
                  </a:cubicBezTo>
                  <a:close/>
                  <a:moveTo>
                    <a:pt x="9196" y="5670"/>
                  </a:moveTo>
                  <a:cubicBezTo>
                    <a:pt x="9129" y="6653"/>
                    <a:pt x="8602" y="7496"/>
                    <a:pt x="7841" y="8033"/>
                  </a:cubicBezTo>
                  <a:lnTo>
                    <a:pt x="6474" y="5670"/>
                  </a:lnTo>
                  <a:close/>
                  <a:moveTo>
                    <a:pt x="5919" y="5766"/>
                  </a:moveTo>
                  <a:lnTo>
                    <a:pt x="7370" y="8299"/>
                  </a:lnTo>
                  <a:cubicBezTo>
                    <a:pt x="6960" y="8504"/>
                    <a:pt x="6508" y="8600"/>
                    <a:pt x="6053" y="8600"/>
                  </a:cubicBezTo>
                  <a:cubicBezTo>
                    <a:pt x="5004" y="8600"/>
                    <a:pt x="3943" y="8089"/>
                    <a:pt x="3373" y="7220"/>
                  </a:cubicBezTo>
                  <a:lnTo>
                    <a:pt x="5919" y="5766"/>
                  </a:lnTo>
                  <a:close/>
                  <a:moveTo>
                    <a:pt x="2115" y="9667"/>
                  </a:moveTo>
                  <a:lnTo>
                    <a:pt x="2115" y="10191"/>
                  </a:lnTo>
                  <a:lnTo>
                    <a:pt x="538" y="10191"/>
                  </a:lnTo>
                  <a:lnTo>
                    <a:pt x="538" y="9667"/>
                  </a:lnTo>
                  <a:close/>
                  <a:moveTo>
                    <a:pt x="13030" y="9667"/>
                  </a:moveTo>
                  <a:lnTo>
                    <a:pt x="13030" y="10191"/>
                  </a:lnTo>
                  <a:lnTo>
                    <a:pt x="11453" y="10191"/>
                  </a:lnTo>
                  <a:lnTo>
                    <a:pt x="11453" y="9667"/>
                  </a:lnTo>
                  <a:close/>
                  <a:moveTo>
                    <a:pt x="263" y="0"/>
                  </a:moveTo>
                  <a:cubicBezTo>
                    <a:pt x="123" y="0"/>
                    <a:pt x="0" y="123"/>
                    <a:pt x="0" y="262"/>
                  </a:cubicBezTo>
                  <a:lnTo>
                    <a:pt x="0" y="1328"/>
                  </a:lnTo>
                  <a:cubicBezTo>
                    <a:pt x="0" y="1464"/>
                    <a:pt x="123" y="1590"/>
                    <a:pt x="263" y="1590"/>
                  </a:cubicBezTo>
                  <a:lnTo>
                    <a:pt x="2391" y="1590"/>
                  </a:lnTo>
                  <a:cubicBezTo>
                    <a:pt x="2530" y="1590"/>
                    <a:pt x="2656" y="1464"/>
                    <a:pt x="2656" y="1328"/>
                  </a:cubicBezTo>
                  <a:lnTo>
                    <a:pt x="2656" y="1062"/>
                  </a:lnTo>
                  <a:lnTo>
                    <a:pt x="3499" y="1062"/>
                  </a:lnTo>
                  <a:lnTo>
                    <a:pt x="4452" y="2005"/>
                  </a:lnTo>
                  <a:cubicBezTo>
                    <a:pt x="1604" y="3303"/>
                    <a:pt x="1561" y="7426"/>
                    <a:pt x="4399" y="8767"/>
                  </a:cubicBezTo>
                  <a:lnTo>
                    <a:pt x="3499" y="9667"/>
                  </a:lnTo>
                  <a:lnTo>
                    <a:pt x="2656" y="9667"/>
                  </a:lnTo>
                  <a:lnTo>
                    <a:pt x="2656" y="9404"/>
                  </a:lnTo>
                  <a:cubicBezTo>
                    <a:pt x="2656" y="9252"/>
                    <a:pt x="2530" y="9142"/>
                    <a:pt x="2391" y="9142"/>
                  </a:cubicBezTo>
                  <a:lnTo>
                    <a:pt x="263" y="9142"/>
                  </a:lnTo>
                  <a:cubicBezTo>
                    <a:pt x="123" y="9142"/>
                    <a:pt x="0" y="9252"/>
                    <a:pt x="0" y="9404"/>
                  </a:cubicBezTo>
                  <a:lnTo>
                    <a:pt x="0" y="10457"/>
                  </a:lnTo>
                  <a:cubicBezTo>
                    <a:pt x="0" y="10606"/>
                    <a:pt x="123" y="10732"/>
                    <a:pt x="263" y="10732"/>
                  </a:cubicBezTo>
                  <a:lnTo>
                    <a:pt x="2391" y="10732"/>
                  </a:lnTo>
                  <a:cubicBezTo>
                    <a:pt x="2530" y="10732"/>
                    <a:pt x="2656" y="10606"/>
                    <a:pt x="2656" y="10457"/>
                  </a:cubicBezTo>
                  <a:lnTo>
                    <a:pt x="2656" y="10191"/>
                  </a:lnTo>
                  <a:lnTo>
                    <a:pt x="3609" y="10191"/>
                  </a:lnTo>
                  <a:cubicBezTo>
                    <a:pt x="3679" y="10191"/>
                    <a:pt x="3748" y="10165"/>
                    <a:pt x="3801" y="10125"/>
                  </a:cubicBezTo>
                  <a:lnTo>
                    <a:pt x="4937" y="8976"/>
                  </a:lnTo>
                  <a:cubicBezTo>
                    <a:pt x="5272" y="9082"/>
                    <a:pt x="5630" y="9133"/>
                    <a:pt x="5990" y="9133"/>
                  </a:cubicBezTo>
                  <a:cubicBezTo>
                    <a:pt x="6759" y="9133"/>
                    <a:pt x="7539" y="8901"/>
                    <a:pt x="8133" y="8478"/>
                  </a:cubicBezTo>
                  <a:lnTo>
                    <a:pt x="9763" y="10125"/>
                  </a:lnTo>
                  <a:cubicBezTo>
                    <a:pt x="9820" y="10165"/>
                    <a:pt x="9890" y="10191"/>
                    <a:pt x="9959" y="10191"/>
                  </a:cubicBezTo>
                  <a:lnTo>
                    <a:pt x="10912" y="10191"/>
                  </a:lnTo>
                  <a:lnTo>
                    <a:pt x="10912" y="10457"/>
                  </a:lnTo>
                  <a:cubicBezTo>
                    <a:pt x="10912" y="10606"/>
                    <a:pt x="11038" y="10732"/>
                    <a:pt x="11174" y="10732"/>
                  </a:cubicBezTo>
                  <a:lnTo>
                    <a:pt x="13305" y="10732"/>
                  </a:lnTo>
                  <a:cubicBezTo>
                    <a:pt x="13445" y="10732"/>
                    <a:pt x="13568" y="10606"/>
                    <a:pt x="13568" y="10457"/>
                  </a:cubicBezTo>
                  <a:lnTo>
                    <a:pt x="13568" y="9404"/>
                  </a:lnTo>
                  <a:cubicBezTo>
                    <a:pt x="13568" y="9252"/>
                    <a:pt x="13445" y="9142"/>
                    <a:pt x="13305" y="9142"/>
                  </a:cubicBezTo>
                  <a:lnTo>
                    <a:pt x="11174" y="9142"/>
                  </a:lnTo>
                  <a:cubicBezTo>
                    <a:pt x="11038" y="9142"/>
                    <a:pt x="10912" y="9252"/>
                    <a:pt x="10912" y="9404"/>
                  </a:cubicBezTo>
                  <a:lnTo>
                    <a:pt x="10912" y="9667"/>
                  </a:lnTo>
                  <a:lnTo>
                    <a:pt x="10069" y="9667"/>
                  </a:lnTo>
                  <a:lnTo>
                    <a:pt x="8548" y="8146"/>
                  </a:lnTo>
                  <a:cubicBezTo>
                    <a:pt x="9279" y="7469"/>
                    <a:pt x="9750" y="6487"/>
                    <a:pt x="9750" y="5408"/>
                  </a:cubicBezTo>
                  <a:cubicBezTo>
                    <a:pt x="9750" y="5255"/>
                    <a:pt x="9627" y="5129"/>
                    <a:pt x="9475" y="5129"/>
                  </a:cubicBezTo>
                  <a:lnTo>
                    <a:pt x="6278" y="5129"/>
                  </a:lnTo>
                  <a:lnTo>
                    <a:pt x="6278" y="1935"/>
                  </a:lnTo>
                  <a:cubicBezTo>
                    <a:pt x="6278" y="1783"/>
                    <a:pt x="6155" y="1660"/>
                    <a:pt x="6016" y="1660"/>
                  </a:cubicBezTo>
                  <a:cubicBezTo>
                    <a:pt x="5657" y="1660"/>
                    <a:pt x="5325" y="1713"/>
                    <a:pt x="4993" y="1809"/>
                  </a:cubicBezTo>
                  <a:lnTo>
                    <a:pt x="3801" y="608"/>
                  </a:lnTo>
                  <a:cubicBezTo>
                    <a:pt x="3748" y="551"/>
                    <a:pt x="3679" y="525"/>
                    <a:pt x="3609" y="525"/>
                  </a:cubicBezTo>
                  <a:lnTo>
                    <a:pt x="2656" y="525"/>
                  </a:lnTo>
                  <a:lnTo>
                    <a:pt x="2656" y="262"/>
                  </a:lnTo>
                  <a:cubicBezTo>
                    <a:pt x="2656" y="123"/>
                    <a:pt x="2530" y="0"/>
                    <a:pt x="23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414311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3">
          <a:extLst>
            <a:ext uri="{FF2B5EF4-FFF2-40B4-BE49-F238E27FC236}">
              <a16:creationId xmlns:a16="http://schemas.microsoft.com/office/drawing/2014/main" id="{5C9181EC-E530-AAA0-BF0C-486269A6B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40">
            <a:extLst>
              <a:ext uri="{FF2B5EF4-FFF2-40B4-BE49-F238E27FC236}">
                <a16:creationId xmlns:a16="http://schemas.microsoft.com/office/drawing/2014/main" id="{08045426-984D-06C7-87B9-E483B24CF3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03638" y="2016097"/>
            <a:ext cx="41583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	</a:t>
            </a:r>
            <a:r>
              <a:rPr lang="en-US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資料分析</a:t>
            </a:r>
            <a:endParaRPr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15" name="Google Shape;915;p40">
            <a:extLst>
              <a:ext uri="{FF2B5EF4-FFF2-40B4-BE49-F238E27FC236}">
                <a16:creationId xmlns:a16="http://schemas.microsoft.com/office/drawing/2014/main" id="{5ADFD65B-3BC4-F3B3-B705-E3037021362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592214" y="1987745"/>
            <a:ext cx="9690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916" name="Google Shape;916;p40">
            <a:extLst>
              <a:ext uri="{FF2B5EF4-FFF2-40B4-BE49-F238E27FC236}">
                <a16:creationId xmlns:a16="http://schemas.microsoft.com/office/drawing/2014/main" id="{74527EDB-876D-063A-53D9-4DD1FC3448F0}"/>
              </a:ext>
            </a:extLst>
          </p:cNvPr>
          <p:cNvGrpSpPr/>
          <p:nvPr/>
        </p:nvGrpSpPr>
        <p:grpSpPr>
          <a:xfrm flipH="1">
            <a:off x="6775879" y="3868746"/>
            <a:ext cx="3599787" cy="1044104"/>
            <a:chOff x="-1431671" y="656496"/>
            <a:chExt cx="3599787" cy="1044104"/>
          </a:xfrm>
        </p:grpSpPr>
        <p:grpSp>
          <p:nvGrpSpPr>
            <p:cNvPr id="917" name="Google Shape;917;p40">
              <a:extLst>
                <a:ext uri="{FF2B5EF4-FFF2-40B4-BE49-F238E27FC236}">
                  <a16:creationId xmlns:a16="http://schemas.microsoft.com/office/drawing/2014/main" id="{B324C14C-6C03-794A-5F11-D63683E510FA}"/>
                </a:ext>
              </a:extLst>
            </p:cNvPr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918" name="Google Shape;918;p40">
                <a:extLst>
                  <a:ext uri="{FF2B5EF4-FFF2-40B4-BE49-F238E27FC236}">
                    <a16:creationId xmlns:a16="http://schemas.microsoft.com/office/drawing/2014/main" id="{6C16B9CF-F599-FFE4-4C94-8866EF54E6E1}"/>
                  </a:ext>
                </a:extLst>
              </p:cNvPr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19" name="Google Shape;919;p40">
                <a:extLst>
                  <a:ext uri="{FF2B5EF4-FFF2-40B4-BE49-F238E27FC236}">
                    <a16:creationId xmlns:a16="http://schemas.microsoft.com/office/drawing/2014/main" id="{C5E5CC74-DC91-29F5-F3EA-DD5AD744B8F4}"/>
                  </a:ext>
                </a:extLst>
              </p:cNvPr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0" name="Google Shape;920;p40">
              <a:extLst>
                <a:ext uri="{FF2B5EF4-FFF2-40B4-BE49-F238E27FC236}">
                  <a16:creationId xmlns:a16="http://schemas.microsoft.com/office/drawing/2014/main" id="{7BA7FD11-F5C6-28DA-161A-B6870A2FAECF}"/>
                </a:ext>
              </a:extLst>
            </p:cNvPr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921" name="Google Shape;921;p40">
                <a:extLst>
                  <a:ext uri="{FF2B5EF4-FFF2-40B4-BE49-F238E27FC236}">
                    <a16:creationId xmlns:a16="http://schemas.microsoft.com/office/drawing/2014/main" id="{F4236408-4FEE-2064-E790-144C4C05F8E7}"/>
                  </a:ext>
                </a:extLst>
              </p:cNvPr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922" name="Google Shape;922;p40">
                <a:extLst>
                  <a:ext uri="{FF2B5EF4-FFF2-40B4-BE49-F238E27FC236}">
                    <a16:creationId xmlns:a16="http://schemas.microsoft.com/office/drawing/2014/main" id="{CF813006-87BA-0A86-4AFE-791B008DD9F3}"/>
                  </a:ext>
                </a:extLst>
              </p:cNvPr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3" name="Google Shape;923;p40">
              <a:extLst>
                <a:ext uri="{FF2B5EF4-FFF2-40B4-BE49-F238E27FC236}">
                  <a16:creationId xmlns:a16="http://schemas.microsoft.com/office/drawing/2014/main" id="{B044C653-7C28-00F7-A0DF-672135D43C46}"/>
                </a:ext>
              </a:extLst>
            </p:cNvPr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924" name="Google Shape;924;p40">
                <a:extLst>
                  <a:ext uri="{FF2B5EF4-FFF2-40B4-BE49-F238E27FC236}">
                    <a16:creationId xmlns:a16="http://schemas.microsoft.com/office/drawing/2014/main" id="{6AF2FFEE-4B58-4371-B5A9-72EA5EC92701}"/>
                  </a:ext>
                </a:extLst>
              </p:cNvPr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925" name="Google Shape;925;p40">
                <a:extLst>
                  <a:ext uri="{FF2B5EF4-FFF2-40B4-BE49-F238E27FC236}">
                    <a16:creationId xmlns:a16="http://schemas.microsoft.com/office/drawing/2014/main" id="{E0208474-6D5D-6FA7-8FE8-6C10034C80EA}"/>
                  </a:ext>
                </a:extLst>
              </p:cNvPr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6" name="Google Shape;926;p40">
              <a:extLst>
                <a:ext uri="{FF2B5EF4-FFF2-40B4-BE49-F238E27FC236}">
                  <a16:creationId xmlns:a16="http://schemas.microsoft.com/office/drawing/2014/main" id="{6760631E-EC98-3AD5-1F81-B105F3A809AA}"/>
                </a:ext>
              </a:extLst>
            </p:cNvPr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927" name="Google Shape;927;p40">
                <a:extLst>
                  <a:ext uri="{FF2B5EF4-FFF2-40B4-BE49-F238E27FC236}">
                    <a16:creationId xmlns:a16="http://schemas.microsoft.com/office/drawing/2014/main" id="{DD72B87F-E61D-9176-EF28-62BD64241B5D}"/>
                  </a:ext>
                </a:extLst>
              </p:cNvPr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928" name="Google Shape;928;p40">
                <a:extLst>
                  <a:ext uri="{FF2B5EF4-FFF2-40B4-BE49-F238E27FC236}">
                    <a16:creationId xmlns:a16="http://schemas.microsoft.com/office/drawing/2014/main" id="{5D99224C-49DE-F241-BCB5-4F61F67D0ABD}"/>
                  </a:ext>
                </a:extLst>
              </p:cNvPr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9" name="Google Shape;929;p40">
              <a:extLst>
                <a:ext uri="{FF2B5EF4-FFF2-40B4-BE49-F238E27FC236}">
                  <a16:creationId xmlns:a16="http://schemas.microsoft.com/office/drawing/2014/main" id="{1707A799-798D-0387-8539-1BC6D3E896F1}"/>
                </a:ext>
              </a:extLst>
            </p:cNvPr>
            <p:cNvGrpSpPr/>
            <p:nvPr/>
          </p:nvGrpSpPr>
          <p:grpSpPr>
            <a:xfrm>
              <a:off x="-856882" y="656496"/>
              <a:ext cx="2430997" cy="185534"/>
              <a:chOff x="1748547" y="1392116"/>
              <a:chExt cx="5911958" cy="451312"/>
            </a:xfrm>
          </p:grpSpPr>
          <p:sp>
            <p:nvSpPr>
              <p:cNvPr id="930" name="Google Shape;930;p40">
                <a:extLst>
                  <a:ext uri="{FF2B5EF4-FFF2-40B4-BE49-F238E27FC236}">
                    <a16:creationId xmlns:a16="http://schemas.microsoft.com/office/drawing/2014/main" id="{918D3119-F875-C12B-66A7-EF8FCEEEFCB8}"/>
                  </a:ext>
                </a:extLst>
              </p:cNvPr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931" name="Google Shape;931;p40">
                <a:extLst>
                  <a:ext uri="{FF2B5EF4-FFF2-40B4-BE49-F238E27FC236}">
                    <a16:creationId xmlns:a16="http://schemas.microsoft.com/office/drawing/2014/main" id="{E9ACBD16-83A6-EE32-4603-B946DDB890BF}"/>
                  </a:ext>
                </a:extLst>
              </p:cNvPr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2" name="Google Shape;932;p40">
              <a:extLst>
                <a:ext uri="{FF2B5EF4-FFF2-40B4-BE49-F238E27FC236}">
                  <a16:creationId xmlns:a16="http://schemas.microsoft.com/office/drawing/2014/main" id="{2B5600E4-612D-B9F8-B79C-0BF956D67E52}"/>
                </a:ext>
              </a:extLst>
            </p:cNvPr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933" name="Google Shape;933;p40">
                <a:extLst>
                  <a:ext uri="{FF2B5EF4-FFF2-40B4-BE49-F238E27FC236}">
                    <a16:creationId xmlns:a16="http://schemas.microsoft.com/office/drawing/2014/main" id="{AA41F6C5-5426-161A-02D9-ED51288776FA}"/>
                  </a:ext>
                </a:extLst>
              </p:cNvPr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34" name="Google Shape;934;p40">
                <a:extLst>
                  <a:ext uri="{FF2B5EF4-FFF2-40B4-BE49-F238E27FC236}">
                    <a16:creationId xmlns:a16="http://schemas.microsoft.com/office/drawing/2014/main" id="{F2A6AEEE-45C9-EBCF-3DCC-F28746C8CA96}"/>
                  </a:ext>
                </a:extLst>
              </p:cNvPr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40887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電信資料集</a:t>
            </a:r>
            <a:endParaRPr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47" name="Google Shape;947;p42"/>
          <p:cNvSpPr txBox="1">
            <a:spLocks noGrp="1"/>
          </p:cNvSpPr>
          <p:nvPr>
            <p:ph type="subTitle" idx="1"/>
          </p:nvPr>
        </p:nvSpPr>
        <p:spPr>
          <a:xfrm>
            <a:off x="127321" y="1272626"/>
            <a:ext cx="4342955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altLang="en-US" sz="2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資料集概述</a:t>
            </a:r>
            <a:endParaRPr lang="en-US" altLang="zh-TW" sz="20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總資料筆數：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20,000 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筆顧客資料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變數數量：</a:t>
            </a: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11 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個欄位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目標變數：客戶是否流失（</a:t>
            </a:r>
            <a:r>
              <a:rPr lang="en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Churn）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altLang="en-US" sz="2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資料切分方式</a:t>
            </a:r>
            <a:endParaRPr lang="en-US" altLang="zh-TW" sz="20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本研究將資料集依比例進行切分：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80% 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作為訓練資料（</a:t>
            </a:r>
            <a:r>
              <a:rPr lang="en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Training set）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20% </a:t>
            </a: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作為測試資料（</a:t>
            </a:r>
            <a:r>
              <a:rPr lang="en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Test set）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切分方式採隨機抽樣，以確保模型評估之公平性</a:t>
            </a:r>
            <a:endParaRPr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948" name="Google Shape;948;p42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7912" r="6265"/>
          <a:stretch/>
        </p:blipFill>
        <p:spPr>
          <a:xfrm>
            <a:off x="4572000" y="1449036"/>
            <a:ext cx="3903273" cy="30335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EACF14-1572-2FAD-3952-5B06C7114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資料處理流程</a:t>
            </a:r>
          </a:p>
        </p:txBody>
      </p:sp>
      <p:graphicFrame>
        <p:nvGraphicFramePr>
          <p:cNvPr id="5" name="資料庫圖表 4">
            <a:extLst>
              <a:ext uri="{FF2B5EF4-FFF2-40B4-BE49-F238E27FC236}">
                <a16:creationId xmlns:a16="http://schemas.microsoft.com/office/drawing/2014/main" id="{D9FD7F42-9BE7-16F0-97C2-7C2AE02C97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8054848"/>
              </p:ext>
            </p:extLst>
          </p:nvPr>
        </p:nvGraphicFramePr>
        <p:xfrm>
          <a:off x="517001" y="731375"/>
          <a:ext cx="7913899" cy="4158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075103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E44642-0B11-F94D-6EA9-F9EA0B243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變數資料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9622BC2-1904-84FB-5134-96CEF859D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593382"/>
              </p:ext>
            </p:extLst>
          </p:nvPr>
        </p:nvGraphicFramePr>
        <p:xfrm>
          <a:off x="719999" y="1151495"/>
          <a:ext cx="7417003" cy="3708400"/>
        </p:xfrm>
        <a:graphic>
          <a:graphicData uri="http://schemas.openxmlformats.org/drawingml/2006/table">
            <a:tbl>
              <a:tblPr firstRow="1" bandRow="1">
                <a:tableStyleId>{8A3A56A2-D904-4C51-BC85-F91E33FE157C}</a:tableStyleId>
              </a:tblPr>
              <a:tblGrid>
                <a:gridCol w="2841866">
                  <a:extLst>
                    <a:ext uri="{9D8B030D-6E8A-4147-A177-3AD203B41FA5}">
                      <a16:colId xmlns:a16="http://schemas.microsoft.com/office/drawing/2014/main" val="4072081327"/>
                    </a:ext>
                  </a:extLst>
                </a:gridCol>
                <a:gridCol w="4575137">
                  <a:extLst>
                    <a:ext uri="{9D8B030D-6E8A-4147-A177-3AD203B41FA5}">
                      <a16:colId xmlns:a16="http://schemas.microsoft.com/office/drawing/2014/main" val="31189787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altLang="zh-TW" sz="1600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tenure</a:t>
                      </a:r>
                      <a:endParaRPr lang="en" altLang="zh-TW" sz="16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顧客續約月數</a:t>
                      </a:r>
                      <a:endParaRPr lang="en" altLang="zh-TW" sz="16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235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altLang="zh-TW" sz="1600" dirty="0" err="1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monthly_charges</a:t>
                      </a:r>
                      <a:endParaRPr lang="en" altLang="zh-TW" sz="16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月費</a:t>
                      </a:r>
                      <a:endParaRPr lang="en" altLang="zh-TW" sz="16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6542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altLang="zh-TW" sz="1600" dirty="0" err="1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total_charges</a:t>
                      </a:r>
                      <a:endParaRPr lang="en" altLang="zh-TW" sz="16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總額</a:t>
                      </a:r>
                      <a:endParaRPr lang="en" altLang="zh-TW" sz="16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9398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" altLang="zh-TW" sz="1600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contract</a:t>
                      </a:r>
                      <a:endParaRPr lang="zh-TW" altLang="en-US" sz="16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合約</a:t>
                      </a:r>
                      <a:r>
                        <a:rPr lang="en-US" alt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(</a:t>
                      </a:r>
                      <a:r>
                        <a:rPr lang="zh-TW" altLang="en-US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每月</a:t>
                      </a:r>
                      <a:r>
                        <a:rPr lang="en-US" alt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/</a:t>
                      </a:r>
                      <a:r>
                        <a:rPr lang="zh-TW" altLang="en-US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一年</a:t>
                      </a:r>
                      <a:r>
                        <a:rPr lang="en-US" alt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/</a:t>
                      </a:r>
                      <a:r>
                        <a:rPr lang="zh-TW" altLang="en-US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兩年</a:t>
                      </a:r>
                      <a:r>
                        <a:rPr lang="en-US" altLang="zh-TW" sz="16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endParaRPr lang="zh-TW" altLang="en-US" sz="16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6409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altLang="zh-TW" sz="1600" dirty="0" err="1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payment_method</a:t>
                      </a:r>
                      <a:endParaRPr lang="en" altLang="zh-TW" sz="16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付款方式</a:t>
                      </a:r>
                      <a:r>
                        <a:rPr lang="en-US" altLang="zh-TW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信用卡</a:t>
                      </a:r>
                      <a:r>
                        <a:rPr lang="en-US" altLang="zh-TW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/</a:t>
                      </a:r>
                      <a:r>
                        <a:rPr lang="zh-TW" altLang="en-US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付現</a:t>
                      </a:r>
                      <a:r>
                        <a:rPr lang="en-US" altLang="zh-TW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/</a:t>
                      </a:r>
                      <a:r>
                        <a:rPr lang="zh-TW" altLang="en-US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簽帳卡</a:t>
                      </a:r>
                      <a:r>
                        <a:rPr lang="en-US" altLang="zh-TW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/</a:t>
                      </a:r>
                      <a:r>
                        <a:rPr lang="zh-TW" altLang="en-US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行動轉帳</a:t>
                      </a:r>
                      <a:r>
                        <a:rPr lang="en-US" altLang="zh-TW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endParaRPr lang="en" altLang="zh-TW" sz="16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824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altLang="zh-TW" sz="1600" dirty="0" err="1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internet_service</a:t>
                      </a:r>
                      <a:endParaRPr lang="en" altLang="zh-TW" sz="16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網路服務</a:t>
                      </a:r>
                      <a:r>
                        <a:rPr lang="zh-TW" alt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供應商</a:t>
                      </a:r>
                      <a:r>
                        <a:rPr lang="en-US" altLang="zh-TW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(</a:t>
                      </a:r>
                      <a:r>
                        <a:rPr lang="zh-TW" alt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電話線寬頻</a:t>
                      </a:r>
                      <a:r>
                        <a:rPr lang="en-US" altLang="zh-TW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/</a:t>
                      </a:r>
                      <a:r>
                        <a:rPr lang="zh-TW" alt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光纖網路</a:t>
                      </a:r>
                      <a:r>
                        <a:rPr lang="en-US" altLang="zh-TW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/</a:t>
                      </a:r>
                      <a:r>
                        <a:rPr lang="zh-TW" alt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無</a:t>
                      </a:r>
                      <a:r>
                        <a:rPr lang="en-US" altLang="zh-TW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/>
                          <a:sym typeface="Arial"/>
                        </a:rPr>
                        <a:t>)</a:t>
                      </a:r>
                      <a:endParaRPr lang="en" altLang="zh-TW" sz="1600" b="0" i="0" u="none" strike="noStrike" cap="none" dirty="0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3673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altLang="zh-TW" sz="1600" dirty="0" err="1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tech_support</a:t>
                      </a:r>
                      <a:endParaRPr lang="en" altLang="zh-TW" sz="16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是否有使用技術支援</a:t>
                      </a:r>
                      <a:endParaRPr lang="en" altLang="zh-TW" sz="16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5417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altLang="zh-TW" sz="1600" dirty="0" err="1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online_security</a:t>
                      </a:r>
                      <a:endParaRPr lang="en" altLang="zh-TW" sz="16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是否有使用安全性服務</a:t>
                      </a:r>
                      <a:endParaRPr lang="en" altLang="zh-TW" sz="16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6780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altLang="zh-TW" sz="1600" dirty="0" err="1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support_calls</a:t>
                      </a:r>
                      <a:endParaRPr lang="en" altLang="zh-TW" sz="16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撥打支援電話數</a:t>
                      </a:r>
                      <a:endParaRPr lang="en" altLang="zh-TW" sz="16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0047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altLang="zh-TW" sz="1600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churn</a:t>
                      </a:r>
                      <a:endParaRPr lang="en" altLang="zh-TW" sz="16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顧客是否流失</a:t>
                      </a:r>
                      <a:endParaRPr lang="en" altLang="zh-TW" sz="16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48825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4665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290AEC-85E2-6FA0-349D-C7486900A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流失率佔比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5" name="圖片 4" descr="一張含有 Rectangle, 行, 螢幕擷取畫面, 設計 的圖片&#10;&#10;AI 產生的內容可能不正確。">
            <a:extLst>
              <a:ext uri="{FF2B5EF4-FFF2-40B4-BE49-F238E27FC236}">
                <a16:creationId xmlns:a16="http://schemas.microsoft.com/office/drawing/2014/main" id="{35B473CA-3DFD-BCB2-330E-E929D6138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367" y="1707202"/>
            <a:ext cx="8313817" cy="189909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51B0605F-86CE-DE6C-8246-8B93C720341B}"/>
              </a:ext>
            </a:extLst>
          </p:cNvPr>
          <p:cNvSpPr txBox="1"/>
          <p:nvPr/>
        </p:nvSpPr>
        <p:spPr>
          <a:xfrm>
            <a:off x="2118167" y="2566746"/>
            <a:ext cx="1620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65.79%</a:t>
            </a:r>
            <a:endParaRPr kumimoji="1" lang="zh-TW" altLang="en-US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D1639C9-318D-9412-7948-C73FCA24D918}"/>
              </a:ext>
            </a:extLst>
          </p:cNvPr>
          <p:cNvSpPr txBox="1"/>
          <p:nvPr/>
        </p:nvSpPr>
        <p:spPr>
          <a:xfrm>
            <a:off x="5916590" y="2836251"/>
            <a:ext cx="1620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34.21%</a:t>
            </a:r>
            <a:endParaRPr kumimoji="1" lang="zh-TW" altLang="en-US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88058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B6A2E0-D0D0-0C45-29B1-C0E4C8E7E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合約類型對流失的影響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9A5CD12-7F13-95B9-BDFC-BA3EE2756D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972216F-15FC-334F-7E1C-668E1935F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289" y="1729321"/>
            <a:ext cx="9198577" cy="1997727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7B333D4C-07B2-FFFA-AB04-7175AE4A60FD}"/>
              </a:ext>
            </a:extLst>
          </p:cNvPr>
          <p:cNvSpPr txBox="1"/>
          <p:nvPr/>
        </p:nvSpPr>
        <p:spPr>
          <a:xfrm>
            <a:off x="1759351" y="2809815"/>
            <a:ext cx="1620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43.2%</a:t>
            </a:r>
            <a:endParaRPr kumimoji="1" lang="zh-TW" altLang="en-US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F1E49CF-1A39-2F88-7090-7BEDF9E15734}"/>
              </a:ext>
            </a:extLst>
          </p:cNvPr>
          <p:cNvSpPr txBox="1"/>
          <p:nvPr/>
        </p:nvSpPr>
        <p:spPr>
          <a:xfrm>
            <a:off x="4622090" y="2809815"/>
            <a:ext cx="1620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20.9%</a:t>
            </a:r>
            <a:endParaRPr kumimoji="1" lang="zh-TW" altLang="en-US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26FC126-5958-9E14-1E38-BE44674016BA}"/>
              </a:ext>
            </a:extLst>
          </p:cNvPr>
          <p:cNvSpPr txBox="1"/>
          <p:nvPr/>
        </p:nvSpPr>
        <p:spPr>
          <a:xfrm>
            <a:off x="7345099" y="2937591"/>
            <a:ext cx="1620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20.9%</a:t>
            </a:r>
            <a:endParaRPr kumimoji="1" lang="zh-TW" altLang="en-US" sz="2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36802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0C7DB5-A3DD-DCDD-2559-5D550BACE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高月費是否提高客戶流失風險？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986D579-F155-DC74-8A41-83EFB2B964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EA9BB8B-1BBD-A266-EB0B-DC6647FFA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00" y="1485195"/>
            <a:ext cx="7772400" cy="240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9014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B225C5-8664-1D21-3B27-8CFBDD528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續約月數與流失關係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241D70C-46F8-C0FC-881C-378230F9BA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55F8A60-E7EF-5AB8-2C77-385FDFB6C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283" y="1257775"/>
            <a:ext cx="7772400" cy="255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090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DF03B6-3E45-B62D-483A-4F5770D30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客服電話次數分析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E1A7778-0BBA-0642-5523-EDB54F3962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AE41F22-27E1-07A0-951A-7D5A6081E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59" y="1028510"/>
            <a:ext cx="6937281" cy="342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2749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29A402-24E9-26D7-8919-04E2EBE0F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技術支援與流失分布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1F98FB4-CDDD-4445-E404-7A55F0392E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476B22F-5CDB-BD91-DFF3-599B6AC93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017725"/>
            <a:ext cx="7772400" cy="404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28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E5A911-97CA-C69E-2CEA-B5023D87B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前十大關鍵因子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811A19A-E79E-E0CE-6A05-93CAA58A44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5EC1257-D600-84D2-0A9E-1B8772EA7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39046"/>
            <a:ext cx="7772400" cy="307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8405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39990F-AB80-2283-1AA2-97D91815D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關鍵變數相關性熱圖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03631B3-2FE9-1605-9DB3-CF3A81E33F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CA50196-F143-6A8D-F3E7-D44672EE5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83" y="1017725"/>
            <a:ext cx="6341899" cy="3054631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7C0913FC-84B9-5097-5FB3-C1BF8834DB14}"/>
              </a:ext>
            </a:extLst>
          </p:cNvPr>
          <p:cNvSpPr txBox="1"/>
          <p:nvPr/>
        </p:nvSpPr>
        <p:spPr>
          <a:xfrm>
            <a:off x="6714067" y="1430867"/>
            <a:ext cx="2683933" cy="1668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dirty="0"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顧客續約月數</a:t>
            </a:r>
            <a:r>
              <a:rPr lang="en-US" altLang="zh-TW" sz="1400" dirty="0">
                <a:solidFill>
                  <a:srgbClr val="00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lang="en" altLang="zh-TW" sz="1400" dirty="0">
                <a:solidFill>
                  <a:srgbClr val="00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tenure</a:t>
            </a:r>
            <a:r>
              <a:rPr lang="en-US" altLang="zh-TW" sz="1400" dirty="0">
                <a:solidFill>
                  <a:srgbClr val="00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zh-TW" altLang="en-US" dirty="0"/>
              <a:t>月費</a:t>
            </a:r>
            <a:r>
              <a:rPr lang="en-US" altLang="zh-TW" dirty="0"/>
              <a:t>(</a:t>
            </a:r>
            <a:r>
              <a:rPr lang="en" altLang="zh-TW" sz="1400" dirty="0">
                <a:solidFill>
                  <a:srgbClr val="000000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monthly_charges)</a:t>
            </a:r>
          </a:p>
          <a:p>
            <a:pPr>
              <a:lnSpc>
                <a:spcPct val="150000"/>
              </a:lnSpc>
            </a:pPr>
            <a:r>
              <a:rPr lang="zh-TW" altLang="en-US" dirty="0"/>
              <a:t>總額</a:t>
            </a:r>
            <a:r>
              <a:rPr lang="en-US" altLang="zh-TW" dirty="0"/>
              <a:t>(total charge)</a:t>
            </a:r>
            <a:endParaRPr lang="en" altLang="zh-TW" sz="1400" dirty="0">
              <a:solidFill>
                <a:srgbClr val="000000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dirty="0"/>
              <a:t>撥打支援電話</a:t>
            </a:r>
            <a:r>
              <a:rPr lang="en-US" altLang="zh-TW" dirty="0"/>
              <a:t>(support call)</a:t>
            </a:r>
            <a:endParaRPr lang="en-US" altLang="zh-TW" sz="1400" dirty="0">
              <a:solidFill>
                <a:srgbClr val="000000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dirty="0"/>
              <a:t>顧客流失數</a:t>
            </a:r>
            <a:r>
              <a:rPr lang="en-US" altLang="zh-TW" dirty="0"/>
              <a:t>(</a:t>
            </a:r>
            <a:r>
              <a:rPr lang="en-US" altLang="zh-TW" dirty="0" err="1"/>
              <a:t>churn_numeric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811788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67F405-BFF8-8384-5E65-43030ED54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ROC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曲線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11418AB-2527-92B4-38D1-6BB6B40B26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05352" y="2238215"/>
            <a:ext cx="4315866" cy="2868000"/>
          </a:xfrm>
        </p:spPr>
        <p:txBody>
          <a:bodyPr/>
          <a:lstStyle/>
          <a:p>
            <a:pPr algn="l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軸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橫軸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：偽陽性率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(False Positive Rate, FPR)</a:t>
            </a:r>
          </a:p>
          <a:p>
            <a:pPr lvl="1" algn="l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誤報率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。明明是「假」的，模型卻誤判為「真」的比例。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軸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縱軸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：真陽性率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(True Positive Rate, TPR)</a:t>
            </a:r>
          </a:p>
          <a:p>
            <a:pPr lvl="1" algn="l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召回率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(Recall)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。真的是「真」的，模型也正確判斷為「真」的比例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</a:p>
          <a:p>
            <a:pPr marL="609600" lvl="1" indent="0" algn="l">
              <a:buNone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TW" altLang="zh-TW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AUC = 1.0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：完美分類器。</a:t>
            </a:r>
            <a:endParaRPr kumimoji="0" lang="en-US" altLang="zh-TW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zh-TW" altLang="zh-TW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TW" altLang="zh-TW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0.5 &lt; AUC &lt; 1.0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：優於隨機猜測</a:t>
            </a:r>
            <a:endParaRPr kumimoji="0" lang="en-US" altLang="zh-TW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zh-TW" altLang="zh-TW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TW" altLang="zh-TW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AUC = 0.5</a:t>
            </a:r>
            <a: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：跟丟硬幣一樣，沒有預測價值。</a:t>
            </a:r>
          </a:p>
          <a:p>
            <a:pPr algn="l"/>
            <a:endParaRPr kumimoji="1"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BF51847-837F-FF33-CB59-CB7B0F8DE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26093"/>
            <a:ext cx="4205351" cy="3245908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63D534B8-2DD7-072D-63A0-F0A89904751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7812"/>
          <a:stretch>
            <a:fillRect/>
          </a:stretch>
        </p:blipFill>
        <p:spPr>
          <a:xfrm>
            <a:off x="4205351" y="1199372"/>
            <a:ext cx="5121533" cy="854207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BCE90D96-6F9D-589D-960F-E2D3A99696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9791" y="2235714"/>
            <a:ext cx="1830446" cy="85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9926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BED47C-8354-7BC0-1291-B9551CDD3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模型排名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7FC357C-E8FA-00EF-EE6A-52CA0ACF04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3E91D6F-7790-577F-D6BD-324629309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22" y="1122205"/>
            <a:ext cx="8966655" cy="3077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4330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ADC135A8-1F86-F2E2-861D-9EF891B5AE4C}"/>
              </a:ext>
            </a:extLst>
          </p:cNvPr>
          <p:cNvSpPr txBox="1"/>
          <p:nvPr/>
        </p:nvSpPr>
        <p:spPr>
          <a:xfrm>
            <a:off x="1768500" y="1264510"/>
            <a:ext cx="5607000" cy="18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b" anchorCtr="0">
            <a:normAutofit/>
          </a:bodyPr>
          <a:lstStyle/>
          <a:p>
            <a:pPr algn="ctr">
              <a:spcAft>
                <a:spcPts val="600"/>
              </a:spcAft>
              <a:buClr>
                <a:schemeClr val="dk1"/>
              </a:buClr>
              <a:buSzPts val="4800"/>
            </a:pPr>
            <a:r>
              <a:rPr kumimoji="1" lang="zh-TW" altLang="en-US" sz="5200" b="0" i="0" u="none" strike="noStrike" cap="none" dirty="0">
                <a:solidFill>
                  <a:schemeClr val="dk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Poppins Black"/>
                <a:sym typeface="Poppins Black"/>
              </a:rPr>
              <a:t>謝謝聆聽～</a:t>
            </a:r>
          </a:p>
        </p:txBody>
      </p:sp>
    </p:spTree>
    <p:extLst>
      <p:ext uri="{BB962C8B-B14F-4D97-AF65-F5344CB8AC3E}">
        <p14:creationId xmlns:p14="http://schemas.microsoft.com/office/powerpoint/2010/main" val="2386274002"/>
      </p:ext>
    </p:extLst>
  </p:cSld>
  <p:clrMapOvr>
    <a:masterClrMapping/>
  </p:clrMapOvr>
</p:sld>
</file>

<file path=ppt/theme/theme1.xml><?xml version="1.0" encoding="utf-8"?>
<a:theme xmlns:a="http://schemas.openxmlformats.org/drawingml/2006/main" name="Data Analytics Strategy Toolkit by Slidesgo">
  <a:themeElements>
    <a:clrScheme name="Simple Light">
      <a:dk1>
        <a:srgbClr val="202331"/>
      </a:dk1>
      <a:lt1>
        <a:srgbClr val="F8F4F4"/>
      </a:lt1>
      <a:dk2>
        <a:srgbClr val="1BBBE9"/>
      </a:dk2>
      <a:lt2>
        <a:srgbClr val="2C7EC7"/>
      </a:lt2>
      <a:accent1>
        <a:srgbClr val="0B539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0233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729</Words>
  <Application>Microsoft Office PowerPoint</Application>
  <PresentationFormat>如螢幕大小 (16:9)</PresentationFormat>
  <Paragraphs>101</Paragraphs>
  <Slides>23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34" baseType="lpstr">
      <vt:lpstr>Poppins Black</vt:lpstr>
      <vt:lpstr>Poppins</vt:lpstr>
      <vt:lpstr>微軟正黑體</vt:lpstr>
      <vt:lpstr>Raleway</vt:lpstr>
      <vt:lpstr>Barlow</vt:lpstr>
      <vt:lpstr>Poppins ExtraBold</vt:lpstr>
      <vt:lpstr>Nunito Light</vt:lpstr>
      <vt:lpstr>Arial</vt:lpstr>
      <vt:lpstr>Anaheim</vt:lpstr>
      <vt:lpstr>微軟正黑體</vt:lpstr>
      <vt:lpstr>Data Analytics Strategy Toolkit by Slidesgo</vt:lpstr>
      <vt:lpstr>顧客流失率分析</vt:lpstr>
      <vt:lpstr>目錄</vt:lpstr>
      <vt:lpstr>背景介紹</vt:lpstr>
      <vt:lpstr>「開發一位新客戶的成本，通常是留住既有客戶的 5 倍以上； 而顧客流失率只要降低 5%，就可能為企業帶來 25%–85% 的利潤成長。」 — Reichheld &amp; Sasser（1990）</vt:lpstr>
      <vt:lpstr>問題背景</vt:lpstr>
      <vt:lpstr>以信用卡公司為例</vt:lpstr>
      <vt:lpstr>不同產業的客戶流失情況</vt:lpstr>
      <vt:lpstr>企業痛點</vt:lpstr>
      <vt:lpstr> 資料分析</vt:lpstr>
      <vt:lpstr>電信資料集</vt:lpstr>
      <vt:lpstr>資料處理流程</vt:lpstr>
      <vt:lpstr>變數資料</vt:lpstr>
      <vt:lpstr>流失率佔比</vt:lpstr>
      <vt:lpstr>合約類型對流失的影響</vt:lpstr>
      <vt:lpstr>高月費是否提高客戶流失風險？</vt:lpstr>
      <vt:lpstr>續約月數與流失關係</vt:lpstr>
      <vt:lpstr>客服電話次數分析</vt:lpstr>
      <vt:lpstr>技術支援與流失分布</vt:lpstr>
      <vt:lpstr>前十大關鍵因子</vt:lpstr>
      <vt:lpstr>關鍵變數相關性熱圖</vt:lpstr>
      <vt:lpstr>ROC曲線</vt:lpstr>
      <vt:lpstr>模型排名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顧客流失率分析</dc:title>
  <dc:creator>USER</dc:creator>
  <cp:lastModifiedBy>世宗 陳</cp:lastModifiedBy>
  <cp:revision>9</cp:revision>
  <dcterms:modified xsi:type="dcterms:W3CDTF">2026-01-14T04:18:20Z</dcterms:modified>
</cp:coreProperties>
</file>